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18"/>
  </p:notesMasterIdLst>
  <p:handoutMasterIdLst>
    <p:handoutMasterId r:id="rId19"/>
  </p:handoutMasterIdLst>
  <p:sldIdLst>
    <p:sldId id="2708" r:id="rId3"/>
    <p:sldId id="2387" r:id="rId4"/>
    <p:sldId id="2447" r:id="rId5"/>
    <p:sldId id="2757" r:id="rId6"/>
    <p:sldId id="2790" r:id="rId7"/>
    <p:sldId id="2774" r:id="rId8"/>
    <p:sldId id="2791" r:id="rId9"/>
    <p:sldId id="2792" r:id="rId10"/>
    <p:sldId id="2795" r:id="rId11"/>
    <p:sldId id="2743" r:id="rId12"/>
    <p:sldId id="2793" r:id="rId13"/>
    <p:sldId id="2794" r:id="rId14"/>
    <p:sldId id="2809" r:id="rId15"/>
    <p:sldId id="2776" r:id="rId16"/>
    <p:sldId id="2722" r:id="rId17"/>
  </p:sldIdLst>
  <p:sldSz cx="12192000" cy="6858000"/>
  <p:notesSz cx="7099300" cy="10234613"/>
  <p:custDataLst>
    <p:tags r:id="rId20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C3E8CC"/>
    <a:srgbClr val="FF00DF"/>
    <a:srgbClr val="7A81FF"/>
    <a:srgbClr val="00B050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9FD8EC-B3B0-744A-BAD0-DA61AA840DC4}" v="3" dt="2023-09-24T13:56:20.0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51" autoAdjust="0"/>
    <p:restoredTop sz="85938" autoAdjust="0"/>
  </p:normalViewPr>
  <p:slideViewPr>
    <p:cSldViewPr snapToGrid="0">
      <p:cViewPr varScale="1">
        <p:scale>
          <a:sx n="76" d="100"/>
          <a:sy n="76" d="100"/>
        </p:scale>
        <p:origin x="414" y="42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outlineViewPr>
    <p:cViewPr>
      <p:scale>
        <a:sx n="33" d="100"/>
        <a:sy n="33" d="100"/>
      </p:scale>
      <p:origin x="0" y="-10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50" d="100"/>
        <a:sy n="50" d="100"/>
      </p:scale>
      <p:origin x="0" y="1344"/>
    </p:cViewPr>
  </p:sorterViewPr>
  <p:notesViewPr>
    <p:cSldViewPr snapToGrid="0">
      <p:cViewPr varScale="1">
        <p:scale>
          <a:sx n="49" d="100"/>
          <a:sy n="49" d="100"/>
        </p:scale>
        <p:origin x="2952" y="54"/>
      </p:cViewPr>
      <p:guideLst>
        <p:guide orient="horz" pos="3224"/>
        <p:guide pos="2237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26" Type="http://schemas.microsoft.com/office/2016/11/relationships/changesInfo" Target="changesInfos/changesInfo1.xml"/><Relationship Id="rId3" Type="http://schemas.openxmlformats.org/officeDocument/2006/relationships/slide" Target="slides/slide1.xml"/><Relationship Id="rId21" Type="http://schemas.openxmlformats.org/officeDocument/2006/relationships/commentAuthors" Target="commentAuthor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98EC8ECB-A80D-1449-ACFE-0D931F29C13A}"/>
    <pc:docChg chg="undo custSel addSld delSld modSld">
      <pc:chgData name="Xin Luo" userId="82312ee5779919a4" providerId="LiveId" clId="{98EC8ECB-A80D-1449-ACFE-0D931F29C13A}" dt="2023-02-23T15:47:30.471" v="734" actId="478"/>
      <pc:docMkLst>
        <pc:docMk/>
      </pc:docMkLst>
      <pc:sldChg chg="modSp mod">
        <pc:chgData name="Xin Luo" userId="82312ee5779919a4" providerId="LiveId" clId="{98EC8ECB-A80D-1449-ACFE-0D931F29C13A}" dt="2023-02-23T15:07:38.481" v="282" actId="20577"/>
        <pc:sldMkLst>
          <pc:docMk/>
          <pc:sldMk cId="1576120367" sldId="2387"/>
        </pc:sldMkLst>
        <pc:spChg chg="mod">
          <ac:chgData name="Xin Luo" userId="82312ee5779919a4" providerId="LiveId" clId="{98EC8ECB-A80D-1449-ACFE-0D931F29C13A}" dt="2023-02-23T15:07:38.481" v="282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98EC8ECB-A80D-1449-ACFE-0D931F29C13A}" dt="2023-02-23T15:06:04.024" v="241" actId="1076"/>
          <ac:spMkLst>
            <pc:docMk/>
            <pc:sldMk cId="1576120367" sldId="2387"/>
            <ac:spMk id="6" creationId="{00000000-0000-0000-0000-000000000000}"/>
          </ac:spMkLst>
        </pc:spChg>
        <pc:spChg chg="mod">
          <ac:chgData name="Xin Luo" userId="82312ee5779919a4" providerId="LiveId" clId="{98EC8ECB-A80D-1449-ACFE-0D931F29C13A}" dt="2023-02-23T15:05:37.607" v="201" actId="403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98EC8ECB-A80D-1449-ACFE-0D931F29C13A}" dt="2023-02-23T15:04:17.856" v="99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98EC8ECB-A80D-1449-ACFE-0D931F29C13A}" dt="2023-02-23T15:23:38.561" v="288" actId="20577"/>
        <pc:sldMkLst>
          <pc:docMk/>
          <pc:sldMk cId="2415901206" sldId="2447"/>
        </pc:sldMkLst>
        <pc:spChg chg="mod">
          <ac:chgData name="Xin Luo" userId="82312ee5779919a4" providerId="LiveId" clId="{98EC8ECB-A80D-1449-ACFE-0D931F29C13A}" dt="2023-02-23T15:23:38.561" v="288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">
        <pc:chgData name="Xin Luo" userId="82312ee5779919a4" providerId="LiveId" clId="{98EC8ECB-A80D-1449-ACFE-0D931F29C13A}" dt="2023-02-23T15:32:00.813" v="490" actId="20577"/>
        <pc:sldMkLst>
          <pc:docMk/>
          <pc:sldMk cId="4067577602" sldId="2605"/>
        </pc:sldMkLst>
        <pc:spChg chg="mod">
          <ac:chgData name="Xin Luo" userId="82312ee5779919a4" providerId="LiveId" clId="{98EC8ECB-A80D-1449-ACFE-0D931F29C13A}" dt="2023-02-23T15:23:43.970" v="296" actId="20577"/>
          <ac:spMkLst>
            <pc:docMk/>
            <pc:sldMk cId="4067577602" sldId="2605"/>
            <ac:spMk id="3" creationId="{00000000-0000-0000-0000-000000000000}"/>
          </ac:spMkLst>
        </pc:spChg>
        <pc:spChg chg="add mod">
          <ac:chgData name="Xin Luo" userId="82312ee5779919a4" providerId="LiveId" clId="{98EC8ECB-A80D-1449-ACFE-0D931F29C13A}" dt="2023-02-23T15:32:00.813" v="490" actId="20577"/>
          <ac:spMkLst>
            <pc:docMk/>
            <pc:sldMk cId="4067577602" sldId="2605"/>
            <ac:spMk id="5" creationId="{78502774-B04C-634F-1396-E5815996BC36}"/>
          </ac:spMkLst>
        </pc:spChg>
        <pc:spChg chg="add del">
          <ac:chgData name="Xin Luo" userId="82312ee5779919a4" providerId="LiveId" clId="{98EC8ECB-A80D-1449-ACFE-0D931F29C13A}" dt="2023-02-23T15:31:17.254" v="472" actId="478"/>
          <ac:spMkLst>
            <pc:docMk/>
            <pc:sldMk cId="4067577602" sldId="2605"/>
            <ac:spMk id="8" creationId="{F79B8069-33FF-F2D3-2749-C72697740ACD}"/>
          </ac:spMkLst>
        </pc:spChg>
        <pc:spChg chg="del">
          <ac:chgData name="Xin Luo" userId="82312ee5779919a4" providerId="LiveId" clId="{98EC8ECB-A80D-1449-ACFE-0D931F29C13A}" dt="2023-02-23T15:23:49.248" v="298" actId="478"/>
          <ac:spMkLst>
            <pc:docMk/>
            <pc:sldMk cId="4067577602" sldId="2605"/>
            <ac:spMk id="15" creationId="{8F7436BD-0CD5-04DA-2B44-925CE86CF70D}"/>
          </ac:spMkLst>
        </pc:spChg>
        <pc:spChg chg="del">
          <ac:chgData name="Xin Luo" userId="82312ee5779919a4" providerId="LiveId" clId="{98EC8ECB-A80D-1449-ACFE-0D931F29C13A}" dt="2023-02-23T15:23:49.248" v="298" actId="478"/>
          <ac:spMkLst>
            <pc:docMk/>
            <pc:sldMk cId="4067577602" sldId="2605"/>
            <ac:spMk id="16" creationId="{5E1E7D79-A815-9A32-ABAB-129BFCE643F1}"/>
          </ac:spMkLst>
        </pc:spChg>
        <pc:spChg chg="del mod">
          <ac:chgData name="Xin Luo" userId="82312ee5779919a4" providerId="LiveId" clId="{98EC8ECB-A80D-1449-ACFE-0D931F29C13A}" dt="2023-02-23T15:23:47.004" v="297" actId="478"/>
          <ac:spMkLst>
            <pc:docMk/>
            <pc:sldMk cId="4067577602" sldId="2605"/>
            <ac:spMk id="17" creationId="{9E05FFCA-3371-AF5C-381D-71D984055F5A}"/>
          </ac:spMkLst>
        </pc:sp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7" creationId="{C7993E05-4ADB-9D0C-E633-5749F445E479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" creationId="{26D555B6-DE11-BF17-8D9F-B5F93A876835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28" creationId="{9FA49340-63F1-4959-1786-FD893DE76CE9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30" creationId="{35CDAC06-D9CF-2AC8-535E-A1B01EC14218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32" creationId="{AFE202E8-A338-4627-93EE-5AD65BEE9525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34" creationId="{D5CBEF68-23C0-8F4A-FA5F-CB6BCAE76176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36" creationId="{5E2738F1-9461-1F5B-3007-2AA2AD20C330}"/>
          </ac:picMkLst>
        </pc:picChg>
        <pc:cxnChg chg="del">
          <ac:chgData name="Xin Luo" userId="82312ee5779919a4" providerId="LiveId" clId="{98EC8ECB-A80D-1449-ACFE-0D931F29C13A}" dt="2023-02-23T15:23:49.248" v="298" actId="478"/>
          <ac:cxnSpMkLst>
            <pc:docMk/>
            <pc:sldMk cId="4067577602" sldId="2605"/>
            <ac:cxnSpMk id="12" creationId="{78FA799A-1F2C-F1DA-9F71-B1B8AFBC5758}"/>
          </ac:cxnSpMkLst>
        </pc:cxnChg>
      </pc:sldChg>
      <pc:sldChg chg="modSp mod">
        <pc:chgData name="Xin Luo" userId="82312ee5779919a4" providerId="LiveId" clId="{98EC8ECB-A80D-1449-ACFE-0D931F29C13A}" dt="2023-02-23T15:03:54.789" v="48" actId="20577"/>
        <pc:sldMkLst>
          <pc:docMk/>
          <pc:sldMk cId="1658607177" sldId="2708"/>
        </pc:sldMkLst>
        <pc:spChg chg="mod">
          <ac:chgData name="Xin Luo" userId="82312ee5779919a4" providerId="LiveId" clId="{98EC8ECB-A80D-1449-ACFE-0D931F29C13A}" dt="2023-02-23T15:03:29.071" v="4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98EC8ECB-A80D-1449-ACFE-0D931F29C13A}" dt="2023-02-23T15:03:54.789" v="48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98EC8ECB-A80D-1449-ACFE-0D931F29C13A}" dt="2023-02-23T15:46:16.929" v="710" actId="20577"/>
        <pc:sldMkLst>
          <pc:docMk/>
          <pc:sldMk cId="481122590" sldId="2709"/>
        </pc:sldMkLst>
        <pc:spChg chg="mod">
          <ac:chgData name="Xin Luo" userId="82312ee5779919a4" providerId="LiveId" clId="{98EC8ECB-A80D-1449-ACFE-0D931F29C13A}" dt="2023-02-23T15:46:16.929" v="710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modSp mod">
        <pc:chgData name="Xin Luo" userId="82312ee5779919a4" providerId="LiveId" clId="{98EC8ECB-A80D-1449-ACFE-0D931F29C13A}" dt="2023-02-23T15:46:36.362" v="717" actId="20577"/>
        <pc:sldMkLst>
          <pc:docMk/>
          <pc:sldMk cId="3833073590" sldId="2716"/>
        </pc:sldMkLst>
        <pc:spChg chg="mod">
          <ac:chgData name="Xin Luo" userId="82312ee5779919a4" providerId="LiveId" clId="{98EC8ECB-A80D-1449-ACFE-0D931F29C13A}" dt="2023-02-23T15:46:29.354" v="716" actId="108"/>
          <ac:spMkLst>
            <pc:docMk/>
            <pc:sldMk cId="3833073590" sldId="2716"/>
            <ac:spMk id="3" creationId="{00000000-0000-0000-0000-000000000000}"/>
          </ac:spMkLst>
        </pc:spChg>
        <pc:spChg chg="mod">
          <ac:chgData name="Xin Luo" userId="82312ee5779919a4" providerId="LiveId" clId="{98EC8ECB-A80D-1449-ACFE-0D931F29C13A}" dt="2023-02-23T15:46:36.362" v="717" actId="20577"/>
          <ac:spMkLst>
            <pc:docMk/>
            <pc:sldMk cId="3833073590" sldId="2716"/>
            <ac:spMk id="5" creationId="{9F4AEA98-0C33-E82A-EB75-839D0F0B55A4}"/>
          </ac:spMkLst>
        </pc:spChg>
      </pc:sldChg>
      <pc:sldChg chg="modSp mod">
        <pc:chgData name="Xin Luo" userId="82312ee5779919a4" providerId="LiveId" clId="{98EC8ECB-A80D-1449-ACFE-0D931F29C13A}" dt="2023-02-23T15:47:08.933" v="728" actId="20577"/>
        <pc:sldMkLst>
          <pc:docMk/>
          <pc:sldMk cId="972163772" sldId="2720"/>
        </pc:sldMkLst>
        <pc:spChg chg="mod">
          <ac:chgData name="Xin Luo" userId="82312ee5779919a4" providerId="LiveId" clId="{98EC8ECB-A80D-1449-ACFE-0D931F29C13A}" dt="2023-02-23T15:47:00.360" v="722" actId="1076"/>
          <ac:spMkLst>
            <pc:docMk/>
            <pc:sldMk cId="972163772" sldId="2720"/>
            <ac:spMk id="3" creationId="{00000000-0000-0000-0000-000000000000}"/>
          </ac:spMkLst>
        </pc:spChg>
        <pc:spChg chg="mod">
          <ac:chgData name="Xin Luo" userId="82312ee5779919a4" providerId="LiveId" clId="{98EC8ECB-A80D-1449-ACFE-0D931F29C13A}" dt="2023-02-23T15:47:08.933" v="728" actId="20577"/>
          <ac:spMkLst>
            <pc:docMk/>
            <pc:sldMk cId="972163772" sldId="2720"/>
            <ac:spMk id="7" creationId="{00000000-0000-0000-0000-000000000000}"/>
          </ac:spMkLst>
        </pc:spChg>
      </pc:sldChg>
      <pc:sldChg chg="modSp mod">
        <pc:chgData name="Xin Luo" userId="82312ee5779919a4" providerId="LiveId" clId="{98EC8ECB-A80D-1449-ACFE-0D931F29C13A}" dt="2023-02-23T15:47:17.016" v="729"/>
        <pc:sldMkLst>
          <pc:docMk/>
          <pc:sldMk cId="2689695864" sldId="2721"/>
        </pc:sldMkLst>
        <pc:spChg chg="mod">
          <ac:chgData name="Xin Luo" userId="82312ee5779919a4" providerId="LiveId" clId="{98EC8ECB-A80D-1449-ACFE-0D931F29C13A}" dt="2023-02-23T15:47:17.016" v="729"/>
          <ac:spMkLst>
            <pc:docMk/>
            <pc:sldMk cId="2689695864" sldId="2721"/>
            <ac:spMk id="3" creationId="{00000000-0000-0000-0000-000000000000}"/>
          </ac:spMkLst>
        </pc:spChg>
      </pc:sldChg>
      <pc:sldChg chg="delSp modSp mod">
        <pc:chgData name="Xin Luo" userId="82312ee5779919a4" providerId="LiveId" clId="{98EC8ECB-A80D-1449-ACFE-0D931F29C13A}" dt="2023-02-23T15:47:30.471" v="734" actId="478"/>
        <pc:sldMkLst>
          <pc:docMk/>
          <pc:sldMk cId="1209572041" sldId="2722"/>
        </pc:sldMkLst>
        <pc:spChg chg="del mod">
          <ac:chgData name="Xin Luo" userId="82312ee5779919a4" providerId="LiveId" clId="{98EC8ECB-A80D-1449-ACFE-0D931F29C13A}" dt="2023-02-23T15:47:30.471" v="734" actId="478"/>
          <ac:spMkLst>
            <pc:docMk/>
            <pc:sldMk cId="1209572041" sldId="2722"/>
            <ac:spMk id="14" creationId="{0DADB612-499B-577C-8C56-FA81A4204DD1}"/>
          </ac:spMkLst>
        </pc:spChg>
      </pc:sldChg>
      <pc:sldChg chg="del">
        <pc:chgData name="Xin Luo" userId="82312ee5779919a4" providerId="LiveId" clId="{98EC8ECB-A80D-1449-ACFE-0D931F29C13A}" dt="2023-02-23T15:46:08.434" v="701" actId="2696"/>
        <pc:sldMkLst>
          <pc:docMk/>
          <pc:sldMk cId="353940032" sldId="2725"/>
        </pc:sldMkLst>
      </pc:sldChg>
      <pc:sldChg chg="del">
        <pc:chgData name="Xin Luo" userId="82312ee5779919a4" providerId="LiveId" clId="{98EC8ECB-A80D-1449-ACFE-0D931F29C13A}" dt="2023-02-23T15:46:08.455" v="709" actId="2696"/>
        <pc:sldMkLst>
          <pc:docMk/>
          <pc:sldMk cId="45083394" sldId="2726"/>
        </pc:sldMkLst>
      </pc:sldChg>
      <pc:sldChg chg="del">
        <pc:chgData name="Xin Luo" userId="82312ee5779919a4" providerId="LiveId" clId="{98EC8ECB-A80D-1449-ACFE-0D931F29C13A}" dt="2023-02-23T15:46:08.437" v="702" actId="2696"/>
        <pc:sldMkLst>
          <pc:docMk/>
          <pc:sldMk cId="148985918" sldId="2727"/>
        </pc:sldMkLst>
      </pc:sldChg>
      <pc:sldChg chg="del">
        <pc:chgData name="Xin Luo" userId="82312ee5779919a4" providerId="LiveId" clId="{98EC8ECB-A80D-1449-ACFE-0D931F29C13A}" dt="2023-02-23T15:46:08.445" v="706" actId="2696"/>
        <pc:sldMkLst>
          <pc:docMk/>
          <pc:sldMk cId="3544980656" sldId="2728"/>
        </pc:sldMkLst>
      </pc:sldChg>
      <pc:sldChg chg="del">
        <pc:chgData name="Xin Luo" userId="82312ee5779919a4" providerId="LiveId" clId="{98EC8ECB-A80D-1449-ACFE-0D931F29C13A}" dt="2023-02-23T15:46:08.448" v="708" actId="2696"/>
        <pc:sldMkLst>
          <pc:docMk/>
          <pc:sldMk cId="1664139585" sldId="2729"/>
        </pc:sldMkLst>
      </pc:sldChg>
      <pc:sldChg chg="del">
        <pc:chgData name="Xin Luo" userId="82312ee5779919a4" providerId="LiveId" clId="{98EC8ECB-A80D-1449-ACFE-0D931F29C13A}" dt="2023-02-23T15:46:08.446" v="707" actId="2696"/>
        <pc:sldMkLst>
          <pc:docMk/>
          <pc:sldMk cId="3561803108" sldId="2730"/>
        </pc:sldMkLst>
      </pc:sldChg>
      <pc:sldChg chg="del">
        <pc:chgData name="Xin Luo" userId="82312ee5779919a4" providerId="LiveId" clId="{98EC8ECB-A80D-1449-ACFE-0D931F29C13A}" dt="2023-02-23T15:46:08.439" v="703" actId="2696"/>
        <pc:sldMkLst>
          <pc:docMk/>
          <pc:sldMk cId="236610701" sldId="2731"/>
        </pc:sldMkLst>
      </pc:sldChg>
      <pc:sldChg chg="del">
        <pc:chgData name="Xin Luo" userId="82312ee5779919a4" providerId="LiveId" clId="{98EC8ECB-A80D-1449-ACFE-0D931F29C13A}" dt="2023-02-23T15:46:08.441" v="704" actId="2696"/>
        <pc:sldMkLst>
          <pc:docMk/>
          <pc:sldMk cId="1986913413" sldId="2732"/>
        </pc:sldMkLst>
      </pc:sldChg>
      <pc:sldChg chg="del">
        <pc:chgData name="Xin Luo" userId="82312ee5779919a4" providerId="LiveId" clId="{98EC8ECB-A80D-1449-ACFE-0D931F29C13A}" dt="2023-02-23T15:46:08.443" v="705" actId="2696"/>
        <pc:sldMkLst>
          <pc:docMk/>
          <pc:sldMk cId="270311508" sldId="2733"/>
        </pc:sldMkLst>
      </pc:sldChg>
      <pc:sldChg chg="del">
        <pc:chgData name="Xin Luo" userId="82312ee5779919a4" providerId="LiveId" clId="{98EC8ECB-A80D-1449-ACFE-0D931F29C13A}" dt="2023-02-23T15:47:22.827" v="730" actId="2696"/>
        <pc:sldMkLst>
          <pc:docMk/>
          <pc:sldMk cId="3138813826" sldId="2734"/>
        </pc:sldMkLst>
      </pc:sldChg>
      <pc:sldChg chg="del">
        <pc:chgData name="Xin Luo" userId="82312ee5779919a4" providerId="LiveId" clId="{98EC8ECB-A80D-1449-ACFE-0D931F29C13A}" dt="2023-02-23T15:47:22.864" v="732" actId="2696"/>
        <pc:sldMkLst>
          <pc:docMk/>
          <pc:sldMk cId="128317883" sldId="2735"/>
        </pc:sldMkLst>
      </pc:sldChg>
      <pc:sldChg chg="del">
        <pc:chgData name="Xin Luo" userId="82312ee5779919a4" providerId="LiveId" clId="{98EC8ECB-A80D-1449-ACFE-0D931F29C13A}" dt="2023-02-23T15:47:22.829" v="731" actId="2696"/>
        <pc:sldMkLst>
          <pc:docMk/>
          <pc:sldMk cId="383906436" sldId="2736"/>
        </pc:sldMkLst>
      </pc:sldChg>
      <pc:sldChg chg="addSp delSp modSp add mod">
        <pc:chgData name="Xin Luo" userId="82312ee5779919a4" providerId="LiveId" clId="{98EC8ECB-A80D-1449-ACFE-0D931F29C13A}" dt="2023-02-23T15:45:27.987" v="683" actId="1037"/>
        <pc:sldMkLst>
          <pc:docMk/>
          <pc:sldMk cId="655142816" sldId="2737"/>
        </pc:sldMkLst>
        <pc:spChg chg="add del mod">
          <ac:chgData name="Xin Luo" userId="82312ee5779919a4" providerId="LiveId" clId="{98EC8ECB-A80D-1449-ACFE-0D931F29C13A}" dt="2023-02-23T15:36:38.445" v="650" actId="20577"/>
          <ac:spMkLst>
            <pc:docMk/>
            <pc:sldMk cId="655142816" sldId="2737"/>
            <ac:spMk id="5" creationId="{78502774-B04C-634F-1396-E5815996BC36}"/>
          </ac:spMkLst>
        </pc:spChg>
        <pc:spChg chg="del mod">
          <ac:chgData name="Xin Luo" userId="82312ee5779919a4" providerId="LiveId" clId="{98EC8ECB-A80D-1449-ACFE-0D931F29C13A}" dt="2023-02-23T15:31:28.203" v="477" actId="478"/>
          <ac:spMkLst>
            <pc:docMk/>
            <pc:sldMk cId="655142816" sldId="2737"/>
            <ac:spMk id="8" creationId="{F79B8069-33FF-F2D3-2749-C72697740ACD}"/>
          </ac:spMkLst>
        </pc:spChg>
        <pc:picChg chg="add mod">
          <ac:chgData name="Xin Luo" userId="82312ee5779919a4" providerId="LiveId" clId="{98EC8ECB-A80D-1449-ACFE-0D931F29C13A}" dt="2023-02-23T15:45:27.987" v="683" actId="1037"/>
          <ac:picMkLst>
            <pc:docMk/>
            <pc:sldMk cId="655142816" sldId="2737"/>
            <ac:picMk id="1026" creationId="{75908E15-58DA-73BD-95F9-CACD1B8B9D82}"/>
          </ac:picMkLst>
        </pc:picChg>
        <pc:picChg chg="add mod">
          <ac:chgData name="Xin Luo" userId="82312ee5779919a4" providerId="LiveId" clId="{98EC8ECB-A80D-1449-ACFE-0D931F29C13A}" dt="2023-02-23T15:45:27.987" v="683" actId="1037"/>
          <ac:picMkLst>
            <pc:docMk/>
            <pc:sldMk cId="655142816" sldId="2737"/>
            <ac:picMk id="1028" creationId="{1E2BFB6C-B7E5-CAF9-B8CC-09A5029EC264}"/>
          </ac:picMkLst>
        </pc:picChg>
        <pc:picChg chg="add mod">
          <ac:chgData name="Xin Luo" userId="82312ee5779919a4" providerId="LiveId" clId="{98EC8ECB-A80D-1449-ACFE-0D931F29C13A}" dt="2023-02-23T15:45:27.987" v="683" actId="1037"/>
          <ac:picMkLst>
            <pc:docMk/>
            <pc:sldMk cId="655142816" sldId="2737"/>
            <ac:picMk id="1030" creationId="{CB7EE236-3D18-EC53-3225-10EBB3B4EC77}"/>
          </ac:picMkLst>
        </pc:picChg>
        <pc:picChg chg="add mod">
          <ac:chgData name="Xin Luo" userId="82312ee5779919a4" providerId="LiveId" clId="{98EC8ECB-A80D-1449-ACFE-0D931F29C13A}" dt="2023-02-23T15:45:27.987" v="683" actId="1037"/>
          <ac:picMkLst>
            <pc:docMk/>
            <pc:sldMk cId="655142816" sldId="2737"/>
            <ac:picMk id="1032" creationId="{BFA8C7BD-9CEC-ADA1-21BA-0EE8338C6EA3}"/>
          </ac:picMkLst>
        </pc:picChg>
      </pc:sldChg>
    </pc:docChg>
  </pc:docChgLst>
  <pc:docChgLst>
    <pc:chgData name="Xin Luo" userId="82312ee5779919a4" providerId="LiveId" clId="{8BA8C8C7-2517-3646-951D-48296B93037A}"/>
    <pc:docChg chg="undo custSel addSld delSld modSld sldOrd">
      <pc:chgData name="Xin Luo" userId="82312ee5779919a4" providerId="LiveId" clId="{8BA8C8C7-2517-3646-951D-48296B93037A}" dt="2023-03-13T10:46:23.938" v="2088" actId="20577"/>
      <pc:docMkLst>
        <pc:docMk/>
      </pc:docMkLst>
      <pc:sldChg chg="modSp mod">
        <pc:chgData name="Xin Luo" userId="82312ee5779919a4" providerId="LiveId" clId="{8BA8C8C7-2517-3646-951D-48296B93037A}" dt="2023-02-28T06:07:00.105" v="66" actId="20577"/>
        <pc:sldMkLst>
          <pc:docMk/>
          <pc:sldMk cId="1576120367" sldId="2387"/>
        </pc:sldMkLst>
        <pc:spChg chg="mod">
          <ac:chgData name="Xin Luo" userId="82312ee5779919a4" providerId="LiveId" clId="{8BA8C8C7-2517-3646-951D-48296B93037A}" dt="2023-02-28T06:07:00.105" v="66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8BA8C8C7-2517-3646-951D-48296B93037A}" dt="2023-02-28T06:06:51.443" v="40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8BA8C8C7-2517-3646-951D-48296B93037A}" dt="2023-02-28T06:02:43.468" v="25" actId="20577"/>
        <pc:sldMkLst>
          <pc:docMk/>
          <pc:sldMk cId="1658607177" sldId="2708"/>
        </pc:sldMkLst>
        <pc:spChg chg="mod">
          <ac:chgData name="Xin Luo" userId="82312ee5779919a4" providerId="LiveId" clId="{8BA8C8C7-2517-3646-951D-48296B93037A}" dt="2023-02-28T06:02:43.468" v="25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add del mod">
        <pc:chgData name="Xin Luo" userId="82312ee5779919a4" providerId="LiveId" clId="{8BA8C8C7-2517-3646-951D-48296B93037A}" dt="2023-03-13T10:46:23.938" v="2088" actId="20577"/>
        <pc:sldMkLst>
          <pc:docMk/>
          <pc:sldMk cId="1209572041" sldId="2722"/>
        </pc:sldMkLst>
        <pc:spChg chg="mod">
          <ac:chgData name="Xin Luo" userId="82312ee5779919a4" providerId="LiveId" clId="{8BA8C8C7-2517-3646-951D-48296B93037A}" dt="2023-02-28T06:13:02.270" v="222" actId="20577"/>
          <ac:spMkLst>
            <pc:docMk/>
            <pc:sldMk cId="1209572041" sldId="2722"/>
            <ac:spMk id="11" creationId="{53A7E693-8098-76C4-CD5D-47166ABEB164}"/>
          </ac:spMkLst>
        </pc:spChg>
        <pc:spChg chg="mod">
          <ac:chgData name="Xin Luo" userId="82312ee5779919a4" providerId="LiveId" clId="{8BA8C8C7-2517-3646-951D-48296B93037A}" dt="2023-03-13T10:46:23.938" v="2088" actId="20577"/>
          <ac:spMkLst>
            <pc:docMk/>
            <pc:sldMk cId="1209572041" sldId="2722"/>
            <ac:spMk id="13" creationId="{303BC878-BC57-D350-27A3-F03AE48213AC}"/>
          </ac:spMkLst>
        </pc:spChg>
      </pc:sldChg>
      <pc:sldChg chg="modSp mod">
        <pc:chgData name="Xin Luo" userId="82312ee5779919a4" providerId="LiveId" clId="{8BA8C8C7-2517-3646-951D-48296B93037A}" dt="2023-02-28T06:07:14.771" v="81" actId="20577"/>
        <pc:sldMkLst>
          <pc:docMk/>
          <pc:sldMk cId="393940605" sldId="2742"/>
        </pc:sldMkLst>
        <pc:spChg chg="mod">
          <ac:chgData name="Xin Luo" userId="82312ee5779919a4" providerId="LiveId" clId="{8BA8C8C7-2517-3646-951D-48296B93037A}" dt="2023-02-28T06:07:14.771" v="81" actId="20577"/>
          <ac:spMkLst>
            <pc:docMk/>
            <pc:sldMk cId="393940605" sldId="2742"/>
            <ac:spMk id="7" creationId="{00000000-0000-0000-0000-000000000000}"/>
          </ac:spMkLst>
        </pc:spChg>
      </pc:sldChg>
      <pc:sldChg chg="modSp mod ord">
        <pc:chgData name="Xin Luo" userId="82312ee5779919a4" providerId="LiveId" clId="{8BA8C8C7-2517-3646-951D-48296B93037A}" dt="2023-02-28T06:08:18.980" v="128" actId="20577"/>
        <pc:sldMkLst>
          <pc:docMk/>
          <pc:sldMk cId="3175231995" sldId="2743"/>
        </pc:sldMkLst>
        <pc:spChg chg="mod">
          <ac:chgData name="Xin Luo" userId="82312ee5779919a4" providerId="LiveId" clId="{8BA8C8C7-2517-3646-951D-48296B93037A}" dt="2023-02-28T06:08:18.980" v="128" actId="20577"/>
          <ac:spMkLst>
            <pc:docMk/>
            <pc:sldMk cId="3175231995" sldId="2743"/>
            <ac:spMk id="7" creationId="{00000000-0000-0000-0000-000000000000}"/>
          </ac:spMkLst>
        </pc:spChg>
      </pc:sldChg>
      <pc:sldChg chg="del">
        <pc:chgData name="Xin Luo" userId="82312ee5779919a4" providerId="LiveId" clId="{8BA8C8C7-2517-3646-951D-48296B93037A}" dt="2023-02-28T06:12:32.846" v="191" actId="2696"/>
        <pc:sldMkLst>
          <pc:docMk/>
          <pc:sldMk cId="2345376688" sldId="2745"/>
        </pc:sldMkLst>
      </pc:sldChg>
      <pc:sldChg chg="del">
        <pc:chgData name="Xin Luo" userId="82312ee5779919a4" providerId="LiveId" clId="{8BA8C8C7-2517-3646-951D-48296B93037A}" dt="2023-02-28T06:07:32.726" v="99" actId="2696"/>
        <pc:sldMkLst>
          <pc:docMk/>
          <pc:sldMk cId="580867947" sldId="2747"/>
        </pc:sldMkLst>
      </pc:sldChg>
      <pc:sldChg chg="modSp mod">
        <pc:chgData name="Xin Luo" userId="82312ee5779919a4" providerId="LiveId" clId="{8BA8C8C7-2517-3646-951D-48296B93037A}" dt="2023-03-05T03:24:16.561" v="315" actId="113"/>
        <pc:sldMkLst>
          <pc:docMk/>
          <pc:sldMk cId="2245643700" sldId="2751"/>
        </pc:sldMkLst>
        <pc:spChg chg="mod">
          <ac:chgData name="Xin Luo" userId="82312ee5779919a4" providerId="LiveId" clId="{8BA8C8C7-2517-3646-951D-48296B93037A}" dt="2023-03-05T03:24:16.561" v="315" actId="113"/>
          <ac:spMkLst>
            <pc:docMk/>
            <pc:sldMk cId="2245643700" sldId="2751"/>
            <ac:spMk id="4" creationId="{5890849C-B6D7-E82C-6F19-E8BC73B44DEE}"/>
          </ac:spMkLst>
        </pc:spChg>
      </pc:sldChg>
      <pc:sldChg chg="modSp mod">
        <pc:chgData name="Xin Luo" userId="82312ee5779919a4" providerId="LiveId" clId="{8BA8C8C7-2517-3646-951D-48296B93037A}" dt="2023-03-05T05:51:21.234" v="360" actId="115"/>
        <pc:sldMkLst>
          <pc:docMk/>
          <pc:sldMk cId="3400956243" sldId="2752"/>
        </pc:sldMkLst>
        <pc:spChg chg="mod">
          <ac:chgData name="Xin Luo" userId="82312ee5779919a4" providerId="LiveId" clId="{8BA8C8C7-2517-3646-951D-48296B93037A}" dt="2023-03-05T05:51:12.017" v="359" actId="115"/>
          <ac:spMkLst>
            <pc:docMk/>
            <pc:sldMk cId="3400956243" sldId="2752"/>
            <ac:spMk id="2" creationId="{631AADB6-C88A-D817-4683-FC087E4E240F}"/>
          </ac:spMkLst>
        </pc:spChg>
        <pc:spChg chg="mod">
          <ac:chgData name="Xin Luo" userId="82312ee5779919a4" providerId="LiveId" clId="{8BA8C8C7-2517-3646-951D-48296B93037A}" dt="2023-03-05T05:51:21.234" v="360" actId="115"/>
          <ac:spMkLst>
            <pc:docMk/>
            <pc:sldMk cId="3400956243" sldId="2752"/>
            <ac:spMk id="5" creationId="{78502774-B04C-634F-1396-E5815996BC36}"/>
          </ac:spMkLst>
        </pc:spChg>
      </pc:sldChg>
      <pc:sldChg chg="modSp del mod">
        <pc:chgData name="Xin Luo" userId="82312ee5779919a4" providerId="LiveId" clId="{8BA8C8C7-2517-3646-951D-48296B93037A}" dt="2023-02-28T06:12:32.814" v="188" actId="2696"/>
        <pc:sldMkLst>
          <pc:docMk/>
          <pc:sldMk cId="3929071932" sldId="2753"/>
        </pc:sldMkLst>
        <pc:spChg chg="mod">
          <ac:chgData name="Xin Luo" userId="82312ee5779919a4" providerId="LiveId" clId="{8BA8C8C7-2517-3646-951D-48296B93037A}" dt="2023-02-28T06:11:32.799" v="187" actId="20577"/>
          <ac:spMkLst>
            <pc:docMk/>
            <pc:sldMk cId="3929071932" sldId="2753"/>
            <ac:spMk id="5" creationId="{78502774-B04C-634F-1396-E5815996BC36}"/>
          </ac:spMkLst>
        </pc:spChg>
      </pc:sldChg>
      <pc:sldChg chg="modSp mod">
        <pc:chgData name="Xin Luo" userId="82312ee5779919a4" providerId="LiveId" clId="{8BA8C8C7-2517-3646-951D-48296B93037A}" dt="2023-03-05T05:48:42.120" v="322" actId="1036"/>
        <pc:sldMkLst>
          <pc:docMk/>
          <pc:sldMk cId="1157508697" sldId="2757"/>
        </pc:sldMkLst>
        <pc:spChg chg="mod">
          <ac:chgData name="Xin Luo" userId="82312ee5779919a4" providerId="LiveId" clId="{8BA8C8C7-2517-3646-951D-48296B93037A}" dt="2023-02-28T06:07:24.216" v="98" actId="20577"/>
          <ac:spMkLst>
            <pc:docMk/>
            <pc:sldMk cId="1157508697" sldId="2757"/>
            <ac:spMk id="3" creationId="{00000000-0000-0000-0000-000000000000}"/>
          </ac:spMkLst>
        </pc:spChg>
        <pc:spChg chg="mod">
          <ac:chgData name="Xin Luo" userId="82312ee5779919a4" providerId="LiveId" clId="{8BA8C8C7-2517-3646-951D-48296B93037A}" dt="2023-03-05T05:48:42.120" v="322" actId="1036"/>
          <ac:spMkLst>
            <pc:docMk/>
            <pc:sldMk cId="1157508697" sldId="2757"/>
            <ac:spMk id="5" creationId="{78502774-B04C-634F-1396-E5815996BC36}"/>
          </ac:spMkLst>
        </pc:spChg>
        <pc:grpChg chg="mod">
          <ac:chgData name="Xin Luo" userId="82312ee5779919a4" providerId="LiveId" clId="{8BA8C8C7-2517-3646-951D-48296B93037A}" dt="2023-03-05T05:48:31.505" v="317" actId="1036"/>
          <ac:grpSpMkLst>
            <pc:docMk/>
            <pc:sldMk cId="1157508697" sldId="2757"/>
            <ac:grpSpMk id="22" creationId="{BA4C2415-490B-F3C5-D5E8-A263DD477CBB}"/>
          </ac:grpSpMkLst>
        </pc:grpChg>
      </pc:sldChg>
      <pc:sldChg chg="addSp delSp modSp mod">
        <pc:chgData name="Xin Luo" userId="82312ee5779919a4" providerId="LiveId" clId="{8BA8C8C7-2517-3646-951D-48296B93037A}" dt="2023-03-13T07:18:34.063" v="852" actId="1038"/>
        <pc:sldMkLst>
          <pc:docMk/>
          <pc:sldMk cId="4211155851" sldId="2758"/>
        </pc:sldMkLst>
        <pc:spChg chg="add del mod">
          <ac:chgData name="Xin Luo" userId="82312ee5779919a4" providerId="LiveId" clId="{8BA8C8C7-2517-3646-951D-48296B93037A}" dt="2023-03-13T07:18:34.063" v="852" actId="1038"/>
          <ac:spMkLst>
            <pc:docMk/>
            <pc:sldMk cId="4211155851" sldId="2758"/>
            <ac:spMk id="4" creationId="{4290CCE0-108B-48BB-91BC-936B92572B2F}"/>
          </ac:spMkLst>
        </pc:spChg>
        <pc:spChg chg="add del mod">
          <ac:chgData name="Xin Luo" userId="82312ee5779919a4" providerId="LiveId" clId="{8BA8C8C7-2517-3646-951D-48296B93037A}" dt="2023-03-13T07:18:34.063" v="852" actId="1038"/>
          <ac:spMkLst>
            <pc:docMk/>
            <pc:sldMk cId="4211155851" sldId="2758"/>
            <ac:spMk id="5" creationId="{902AE302-3C56-F68F-A45D-492101557DAC}"/>
          </ac:spMkLst>
        </pc:spChg>
        <pc:spChg chg="del mod">
          <ac:chgData name="Xin Luo" userId="82312ee5779919a4" providerId="LiveId" clId="{8BA8C8C7-2517-3646-951D-48296B93037A}" dt="2023-03-06T08:01:25.488" v="437" actId="478"/>
          <ac:spMkLst>
            <pc:docMk/>
            <pc:sldMk cId="4211155851" sldId="2758"/>
            <ac:spMk id="6" creationId="{DA984439-1B23-1931-1979-ECF8DE9D6DCA}"/>
          </ac:spMkLst>
        </pc:spChg>
        <pc:spChg chg="del mod">
          <ac:chgData name="Xin Luo" userId="82312ee5779919a4" providerId="LiveId" clId="{8BA8C8C7-2517-3646-951D-48296B93037A}" dt="2023-03-06T08:01:39.985" v="442" actId="478"/>
          <ac:spMkLst>
            <pc:docMk/>
            <pc:sldMk cId="4211155851" sldId="2758"/>
            <ac:spMk id="7" creationId="{E179D382-9C94-C796-FB1B-3281561CA174}"/>
          </ac:spMkLst>
        </pc:spChg>
        <pc:spChg chg="add del mod">
          <ac:chgData name="Xin Luo" userId="82312ee5779919a4" providerId="LiveId" clId="{8BA8C8C7-2517-3646-951D-48296B93037A}" dt="2023-03-13T07:18:34.063" v="852" actId="1038"/>
          <ac:spMkLst>
            <pc:docMk/>
            <pc:sldMk cId="4211155851" sldId="2758"/>
            <ac:spMk id="8" creationId="{1DDB1CA7-77B6-4A88-958D-DF0B53FDA020}"/>
          </ac:spMkLst>
        </pc:spChg>
        <pc:spChg chg="add mod">
          <ac:chgData name="Xin Luo" userId="82312ee5779919a4" providerId="LiveId" clId="{8BA8C8C7-2517-3646-951D-48296B93037A}" dt="2023-03-13T07:18:34.063" v="852" actId="1038"/>
          <ac:spMkLst>
            <pc:docMk/>
            <pc:sldMk cId="4211155851" sldId="2758"/>
            <ac:spMk id="14" creationId="{E7B0D113-1929-C3DF-78B3-7E0AA39E5565}"/>
          </ac:spMkLst>
        </pc:spChg>
        <pc:spChg chg="add mod">
          <ac:chgData name="Xin Luo" userId="82312ee5779919a4" providerId="LiveId" clId="{8BA8C8C7-2517-3646-951D-48296B93037A}" dt="2023-03-08T00:55:54.440" v="794" actId="255"/>
          <ac:spMkLst>
            <pc:docMk/>
            <pc:sldMk cId="4211155851" sldId="2758"/>
            <ac:spMk id="28" creationId="{0C89B2E1-0CDC-F585-F0BB-887E467853D8}"/>
          </ac:spMkLst>
        </pc:spChg>
        <pc:spChg chg="add mod">
          <ac:chgData name="Xin Luo" userId="82312ee5779919a4" providerId="LiveId" clId="{8BA8C8C7-2517-3646-951D-48296B93037A}" dt="2023-03-08T00:55:54.440" v="794" actId="255"/>
          <ac:spMkLst>
            <pc:docMk/>
            <pc:sldMk cId="4211155851" sldId="2758"/>
            <ac:spMk id="29" creationId="{C6B2AD75-E0F3-26E1-5973-C33A78FC4D1F}"/>
          </ac:spMkLst>
        </pc:spChg>
        <pc:spChg chg="add mod">
          <ac:chgData name="Xin Luo" userId="82312ee5779919a4" providerId="LiveId" clId="{8BA8C8C7-2517-3646-951D-48296B93037A}" dt="2023-03-08T00:55:54.440" v="794" actId="255"/>
          <ac:spMkLst>
            <pc:docMk/>
            <pc:sldMk cId="4211155851" sldId="2758"/>
            <ac:spMk id="30" creationId="{A9F2243D-1754-C1E2-7F17-CBA97876DD24}"/>
          </ac:spMkLst>
        </pc:spChg>
        <pc:spChg chg="add del mod">
          <ac:chgData name="Xin Luo" userId="82312ee5779919a4" providerId="LiveId" clId="{8BA8C8C7-2517-3646-951D-48296B93037A}" dt="2023-03-06T12:29:50.729" v="679" actId="478"/>
          <ac:spMkLst>
            <pc:docMk/>
            <pc:sldMk cId="4211155851" sldId="2758"/>
            <ac:spMk id="31" creationId="{C8AB4AF9-446E-CD06-3044-ECCCAB8814C1}"/>
          </ac:spMkLst>
        </pc:spChg>
        <pc:spChg chg="add mod">
          <ac:chgData name="Xin Luo" userId="82312ee5779919a4" providerId="LiveId" clId="{8BA8C8C7-2517-3646-951D-48296B93037A}" dt="2023-03-08T00:55:54.440" v="794" actId="255"/>
          <ac:spMkLst>
            <pc:docMk/>
            <pc:sldMk cId="4211155851" sldId="2758"/>
            <ac:spMk id="32" creationId="{127D4D11-3546-035E-9F0C-C18C992C41EA}"/>
          </ac:spMkLst>
        </pc:spChg>
        <pc:spChg chg="add mod">
          <ac:chgData name="Xin Luo" userId="82312ee5779919a4" providerId="LiveId" clId="{8BA8C8C7-2517-3646-951D-48296B93037A}" dt="2023-03-08T00:55:54.440" v="794" actId="255"/>
          <ac:spMkLst>
            <pc:docMk/>
            <pc:sldMk cId="4211155851" sldId="2758"/>
            <ac:spMk id="33" creationId="{97444748-D656-B7D4-2562-526BEF84C111}"/>
          </ac:spMkLst>
        </pc:spChg>
        <pc:spChg chg="add del mod">
          <ac:chgData name="Xin Luo" userId="82312ee5779919a4" providerId="LiveId" clId="{8BA8C8C7-2517-3646-951D-48296B93037A}" dt="2023-03-06T12:32:57.728" v="787" actId="478"/>
          <ac:spMkLst>
            <pc:docMk/>
            <pc:sldMk cId="4211155851" sldId="2758"/>
            <ac:spMk id="60" creationId="{73D30355-FE16-B525-D14B-56B6B60D1BD6}"/>
          </ac:spMkLst>
        </pc:spChg>
        <pc:grpChg chg="add mod">
          <ac:chgData name="Xin Luo" userId="82312ee5779919a4" providerId="LiveId" clId="{8BA8C8C7-2517-3646-951D-48296B93037A}" dt="2023-03-13T07:18:34.063" v="852" actId="1038"/>
          <ac:grpSpMkLst>
            <pc:docMk/>
            <pc:sldMk cId="4211155851" sldId="2758"/>
            <ac:grpSpMk id="24" creationId="{5ECE93F5-69CF-FC98-48E9-D6AAE8B13C45}"/>
          </ac:grpSpMkLst>
        </pc:grpChg>
        <pc:grpChg chg="add mod">
          <ac:chgData name="Xin Luo" userId="82312ee5779919a4" providerId="LiveId" clId="{8BA8C8C7-2517-3646-951D-48296B93037A}" dt="2023-03-06T12:33:03.787" v="793" actId="1037"/>
          <ac:grpSpMkLst>
            <pc:docMk/>
            <pc:sldMk cId="4211155851" sldId="2758"/>
            <ac:grpSpMk id="61" creationId="{10E0DE21-518B-3F8E-E721-DFE4115F847E}"/>
          </ac:grpSpMkLst>
        </pc:grpChg>
        <pc:picChg chg="add mod">
          <ac:chgData name="Xin Luo" userId="82312ee5779919a4" providerId="LiveId" clId="{8BA8C8C7-2517-3646-951D-48296B93037A}" dt="2023-03-13T07:18:34.063" v="852" actId="1038"/>
          <ac:picMkLst>
            <pc:docMk/>
            <pc:sldMk cId="4211155851" sldId="2758"/>
            <ac:picMk id="10" creationId="{A4517004-D557-9AA0-B58C-AD17ECE0ABD3}"/>
          </ac:picMkLst>
        </pc:picChg>
        <pc:picChg chg="add mod">
          <ac:chgData name="Xin Luo" userId="82312ee5779919a4" providerId="LiveId" clId="{8BA8C8C7-2517-3646-951D-48296B93037A}" dt="2023-03-13T07:18:34.063" v="852" actId="1038"/>
          <ac:picMkLst>
            <pc:docMk/>
            <pc:sldMk cId="4211155851" sldId="2758"/>
            <ac:picMk id="12" creationId="{B208D771-92F6-7D78-84FD-9100CDF43873}"/>
          </ac:picMkLst>
        </pc:picChg>
        <pc:cxnChg chg="add mod">
          <ac:chgData name="Xin Luo" userId="82312ee5779919a4" providerId="LiveId" clId="{8BA8C8C7-2517-3646-951D-48296B93037A}" dt="2023-03-13T07:18:34.063" v="852" actId="1038"/>
          <ac:cxnSpMkLst>
            <pc:docMk/>
            <pc:sldMk cId="4211155851" sldId="2758"/>
            <ac:cxnSpMk id="16" creationId="{75A490F3-1E4C-EF7A-4A6C-38ABE3FAAD46}"/>
          </ac:cxnSpMkLst>
        </pc:cxnChg>
        <pc:cxnChg chg="add mod">
          <ac:chgData name="Xin Luo" userId="82312ee5779919a4" providerId="LiveId" clId="{8BA8C8C7-2517-3646-951D-48296B93037A}" dt="2023-03-13T07:18:34.063" v="852" actId="1038"/>
          <ac:cxnSpMkLst>
            <pc:docMk/>
            <pc:sldMk cId="4211155851" sldId="2758"/>
            <ac:cxnSpMk id="17" creationId="{8B4C3365-D97F-A491-04F4-FFA583C726E9}"/>
          </ac:cxnSpMkLst>
        </pc:cxnChg>
        <pc:cxnChg chg="add mod">
          <ac:chgData name="Xin Luo" userId="82312ee5779919a4" providerId="LiveId" clId="{8BA8C8C7-2517-3646-951D-48296B93037A}" dt="2023-03-13T07:18:34.063" v="852" actId="1038"/>
          <ac:cxnSpMkLst>
            <pc:docMk/>
            <pc:sldMk cId="4211155851" sldId="2758"/>
            <ac:cxnSpMk id="20" creationId="{D8311B51-9785-E69B-B7B0-511153550000}"/>
          </ac:cxnSpMkLst>
        </pc:cxnChg>
        <pc:cxnChg chg="add mod">
          <ac:chgData name="Xin Luo" userId="82312ee5779919a4" providerId="LiveId" clId="{8BA8C8C7-2517-3646-951D-48296B93037A}" dt="2023-03-06T12:32:39.692" v="777" actId="164"/>
          <ac:cxnSpMkLst>
            <pc:docMk/>
            <pc:sldMk cId="4211155851" sldId="2758"/>
            <ac:cxnSpMk id="35" creationId="{D01D2FB2-54F7-1B97-6AA0-81D59E87D871}"/>
          </ac:cxnSpMkLst>
        </pc:cxnChg>
        <pc:cxnChg chg="add mod">
          <ac:chgData name="Xin Luo" userId="82312ee5779919a4" providerId="LiveId" clId="{8BA8C8C7-2517-3646-951D-48296B93037A}" dt="2023-03-06T12:32:39.692" v="777" actId="164"/>
          <ac:cxnSpMkLst>
            <pc:docMk/>
            <pc:sldMk cId="4211155851" sldId="2758"/>
            <ac:cxnSpMk id="37" creationId="{6F759320-1F38-881A-42BB-8EC115CCE1FE}"/>
          </ac:cxnSpMkLst>
        </pc:cxnChg>
        <pc:cxnChg chg="add mod">
          <ac:chgData name="Xin Luo" userId="82312ee5779919a4" providerId="LiveId" clId="{8BA8C8C7-2517-3646-951D-48296B93037A}" dt="2023-03-06T12:32:39.692" v="777" actId="164"/>
          <ac:cxnSpMkLst>
            <pc:docMk/>
            <pc:sldMk cId="4211155851" sldId="2758"/>
            <ac:cxnSpMk id="44" creationId="{D78B4608-05C6-CCAD-D83C-287F4CBFFB69}"/>
          </ac:cxnSpMkLst>
        </pc:cxnChg>
        <pc:cxnChg chg="add mod">
          <ac:chgData name="Xin Luo" userId="82312ee5779919a4" providerId="LiveId" clId="{8BA8C8C7-2517-3646-951D-48296B93037A}" dt="2023-03-06T12:32:39.692" v="777" actId="164"/>
          <ac:cxnSpMkLst>
            <pc:docMk/>
            <pc:sldMk cId="4211155851" sldId="2758"/>
            <ac:cxnSpMk id="47" creationId="{AFDF6298-495F-C50C-91B3-8403B747640A}"/>
          </ac:cxnSpMkLst>
        </pc:cxnChg>
      </pc:sldChg>
      <pc:sldChg chg="del">
        <pc:chgData name="Xin Luo" userId="82312ee5779919a4" providerId="LiveId" clId="{8BA8C8C7-2517-3646-951D-48296B93037A}" dt="2023-03-05T05:51:46.534" v="361" actId="2696"/>
        <pc:sldMkLst>
          <pc:docMk/>
          <pc:sldMk cId="3818021166" sldId="2760"/>
        </pc:sldMkLst>
      </pc:sldChg>
      <pc:sldChg chg="del">
        <pc:chgData name="Xin Luo" userId="82312ee5779919a4" providerId="LiveId" clId="{8BA8C8C7-2517-3646-951D-48296B93037A}" dt="2023-02-28T06:12:32.856" v="192" actId="2696"/>
        <pc:sldMkLst>
          <pc:docMk/>
          <pc:sldMk cId="97719364" sldId="2761"/>
        </pc:sldMkLst>
      </pc:sldChg>
      <pc:sldChg chg="del">
        <pc:chgData name="Xin Luo" userId="82312ee5779919a4" providerId="LiveId" clId="{8BA8C8C7-2517-3646-951D-48296B93037A}" dt="2023-02-28T06:12:32.828" v="190" actId="2696"/>
        <pc:sldMkLst>
          <pc:docMk/>
          <pc:sldMk cId="2861954436" sldId="2762"/>
        </pc:sldMkLst>
      </pc:sldChg>
      <pc:sldChg chg="del">
        <pc:chgData name="Xin Luo" userId="82312ee5779919a4" providerId="LiveId" clId="{8BA8C8C7-2517-3646-951D-48296B93037A}" dt="2023-02-28T06:12:32.826" v="189" actId="2696"/>
        <pc:sldMkLst>
          <pc:docMk/>
          <pc:sldMk cId="3373327641" sldId="2763"/>
        </pc:sldMkLst>
      </pc:sldChg>
      <pc:sldChg chg="addSp delSp modSp mod ord">
        <pc:chgData name="Xin Luo" userId="82312ee5779919a4" providerId="LiveId" clId="{8BA8C8C7-2517-3646-951D-48296B93037A}" dt="2023-03-13T07:46:33.198" v="1348" actId="20577"/>
        <pc:sldMkLst>
          <pc:docMk/>
          <pc:sldMk cId="2047512068" sldId="2764"/>
        </pc:sldMkLst>
        <pc:spChg chg="del mod">
          <ac:chgData name="Xin Luo" userId="82312ee5779919a4" providerId="LiveId" clId="{8BA8C8C7-2517-3646-951D-48296B93037A}" dt="2023-02-28T06:09:47.404" v="175" actId="478"/>
          <ac:spMkLst>
            <pc:docMk/>
            <pc:sldMk cId="2047512068" sldId="2764"/>
            <ac:spMk id="5" creationId="{78502774-B04C-634F-1396-E5815996BC36}"/>
          </ac:spMkLst>
        </pc:spChg>
        <pc:spChg chg="add mod">
          <ac:chgData name="Xin Luo" userId="82312ee5779919a4" providerId="LiveId" clId="{8BA8C8C7-2517-3646-951D-48296B93037A}" dt="2023-03-13T07:46:33.198" v="1348" actId="20577"/>
          <ac:spMkLst>
            <pc:docMk/>
            <pc:sldMk cId="2047512068" sldId="2764"/>
            <ac:spMk id="6" creationId="{DB970E5D-5367-222C-EBF7-0F886FDEDDC5}"/>
          </ac:spMkLst>
        </pc:spChg>
      </pc:sldChg>
      <pc:sldChg chg="modSp mod">
        <pc:chgData name="Xin Luo" userId="82312ee5779919a4" providerId="LiveId" clId="{8BA8C8C7-2517-3646-951D-48296B93037A}" dt="2023-03-05T03:19:55.768" v="313" actId="20577"/>
        <pc:sldMkLst>
          <pc:docMk/>
          <pc:sldMk cId="70654754" sldId="2765"/>
        </pc:sldMkLst>
        <pc:spChg chg="mod">
          <ac:chgData name="Xin Luo" userId="82312ee5779919a4" providerId="LiveId" clId="{8BA8C8C7-2517-3646-951D-48296B93037A}" dt="2023-03-05T03:19:55.768" v="313" actId="20577"/>
          <ac:spMkLst>
            <pc:docMk/>
            <pc:sldMk cId="70654754" sldId="2765"/>
            <ac:spMk id="5" creationId="{78502774-B04C-634F-1396-E5815996BC36}"/>
          </ac:spMkLst>
        </pc:spChg>
      </pc:sldChg>
      <pc:sldChg chg="del">
        <pc:chgData name="Xin Luo" userId="82312ee5779919a4" providerId="LiveId" clId="{8BA8C8C7-2517-3646-951D-48296B93037A}" dt="2023-02-28T06:07:53.148" v="100" actId="2696"/>
        <pc:sldMkLst>
          <pc:docMk/>
          <pc:sldMk cId="1482309087" sldId="2766"/>
        </pc:sldMkLst>
      </pc:sldChg>
      <pc:sldChg chg="modSp add mod">
        <pc:chgData name="Xin Luo" userId="82312ee5779919a4" providerId="LiveId" clId="{8BA8C8C7-2517-3646-951D-48296B93037A}" dt="2023-03-05T05:50:57.277" v="358" actId="1035"/>
        <pc:sldMkLst>
          <pc:docMk/>
          <pc:sldMk cId="2097263393" sldId="2766"/>
        </pc:sldMkLst>
        <pc:spChg chg="mod">
          <ac:chgData name="Xin Luo" userId="82312ee5779919a4" providerId="LiveId" clId="{8BA8C8C7-2517-3646-951D-48296B93037A}" dt="2023-03-05T05:50:57.277" v="358" actId="1035"/>
          <ac:spMkLst>
            <pc:docMk/>
            <pc:sldMk cId="2097263393" sldId="2766"/>
            <ac:spMk id="5" creationId="{78502774-B04C-634F-1396-E5815996BC36}"/>
          </ac:spMkLst>
        </pc:spChg>
      </pc:sldChg>
      <pc:sldChg chg="modSp add mod">
        <pc:chgData name="Xin Luo" userId="82312ee5779919a4" providerId="LiveId" clId="{8BA8C8C7-2517-3646-951D-48296B93037A}" dt="2023-03-13T07:54:42.825" v="1628" actId="403"/>
        <pc:sldMkLst>
          <pc:docMk/>
          <pc:sldMk cId="782854285" sldId="2767"/>
        </pc:sldMkLst>
        <pc:spChg chg="mod">
          <ac:chgData name="Xin Luo" userId="82312ee5779919a4" providerId="LiveId" clId="{8BA8C8C7-2517-3646-951D-48296B93037A}" dt="2023-03-13T07:52:58.456" v="1567" actId="14100"/>
          <ac:spMkLst>
            <pc:docMk/>
            <pc:sldMk cId="782854285" sldId="2767"/>
            <ac:spMk id="4" creationId="{A7E97437-B77F-D3F5-E0F8-38B1EBE5E36E}"/>
          </ac:spMkLst>
        </pc:spChg>
        <pc:spChg chg="mod">
          <ac:chgData name="Xin Luo" userId="82312ee5779919a4" providerId="LiveId" clId="{8BA8C8C7-2517-3646-951D-48296B93037A}" dt="2023-03-13T07:54:42.825" v="1628" actId="403"/>
          <ac:spMkLst>
            <pc:docMk/>
            <pc:sldMk cId="782854285" sldId="2767"/>
            <ac:spMk id="5" creationId="{78502774-B04C-634F-1396-E5815996BC36}"/>
          </ac:spMkLst>
        </pc:spChg>
      </pc:sldChg>
      <pc:sldChg chg="addSp delSp modSp add mod">
        <pc:chgData name="Xin Luo" userId="82312ee5779919a4" providerId="LiveId" clId="{8BA8C8C7-2517-3646-951D-48296B93037A}" dt="2023-03-13T07:39:39.304" v="1199" actId="1076"/>
        <pc:sldMkLst>
          <pc:docMk/>
          <pc:sldMk cId="2380741125" sldId="2768"/>
        </pc:sldMkLst>
        <pc:spChg chg="add mod">
          <ac:chgData name="Xin Luo" userId="82312ee5779919a4" providerId="LiveId" clId="{8BA8C8C7-2517-3646-951D-48296B93037A}" dt="2023-03-13T07:39:37.507" v="1198" actId="1076"/>
          <ac:spMkLst>
            <pc:docMk/>
            <pc:sldMk cId="2380741125" sldId="2768"/>
            <ac:spMk id="4" creationId="{838928A2-AB5A-5293-3942-99957D81A26D}"/>
          </ac:spMkLst>
        </pc:spChg>
        <pc:spChg chg="add del mod">
          <ac:chgData name="Xin Luo" userId="82312ee5779919a4" providerId="LiveId" clId="{8BA8C8C7-2517-3646-951D-48296B93037A}" dt="2023-03-13T07:22:53.161" v="876" actId="21"/>
          <ac:spMkLst>
            <pc:docMk/>
            <pc:sldMk cId="2380741125" sldId="2768"/>
            <ac:spMk id="5" creationId="{EC51A3B3-43D2-1168-D68E-D01604EF07FC}"/>
          </ac:spMkLst>
        </pc:spChg>
        <pc:spChg chg="mod">
          <ac:chgData name="Xin Luo" userId="82312ee5779919a4" providerId="LiveId" clId="{8BA8C8C7-2517-3646-951D-48296B93037A}" dt="2023-03-13T07:38:57.474" v="1196" actId="20577"/>
          <ac:spMkLst>
            <pc:docMk/>
            <pc:sldMk cId="2380741125" sldId="2768"/>
            <ac:spMk id="6" creationId="{DA984439-1B23-1931-1979-ECF8DE9D6DCA}"/>
          </ac:spMkLst>
        </pc:spChg>
        <pc:spChg chg="mod">
          <ac:chgData name="Xin Luo" userId="82312ee5779919a4" providerId="LiveId" clId="{8BA8C8C7-2517-3646-951D-48296B93037A}" dt="2023-03-13T07:26:52.364" v="986" actId="14100"/>
          <ac:spMkLst>
            <pc:docMk/>
            <pc:sldMk cId="2380741125" sldId="2768"/>
            <ac:spMk id="7" creationId="{E179D382-9C94-C796-FB1B-3281561CA174}"/>
          </ac:spMkLst>
        </pc:spChg>
        <pc:spChg chg="add del mod">
          <ac:chgData name="Xin Luo" userId="82312ee5779919a4" providerId="LiveId" clId="{8BA8C8C7-2517-3646-951D-48296B93037A}" dt="2023-03-13T07:22:53.161" v="876" actId="21"/>
          <ac:spMkLst>
            <pc:docMk/>
            <pc:sldMk cId="2380741125" sldId="2768"/>
            <ac:spMk id="8" creationId="{D756AE91-9C56-4A5F-9D22-F8CDAD09D676}"/>
          </ac:spMkLst>
        </pc:spChg>
        <pc:spChg chg="add del mod">
          <ac:chgData name="Xin Luo" userId="82312ee5779919a4" providerId="LiveId" clId="{8BA8C8C7-2517-3646-951D-48296B93037A}" dt="2023-03-13T07:22:53.161" v="876" actId="21"/>
          <ac:spMkLst>
            <pc:docMk/>
            <pc:sldMk cId="2380741125" sldId="2768"/>
            <ac:spMk id="9" creationId="{B81CCB25-4F7C-D3B7-F3F0-5FE44FE77B15}"/>
          </ac:spMkLst>
        </pc:spChg>
        <pc:spChg chg="add mod">
          <ac:chgData name="Xin Luo" userId="82312ee5779919a4" providerId="LiveId" clId="{8BA8C8C7-2517-3646-951D-48296B93037A}" dt="2023-03-13T07:39:37.507" v="1198" actId="1076"/>
          <ac:spMkLst>
            <pc:docMk/>
            <pc:sldMk cId="2380741125" sldId="2768"/>
            <ac:spMk id="10" creationId="{5B5303EF-70D7-0AFA-74A6-684C0A719D89}"/>
          </ac:spMkLst>
        </pc:spChg>
        <pc:spChg chg="add mod">
          <ac:chgData name="Xin Luo" userId="82312ee5779919a4" providerId="LiveId" clId="{8BA8C8C7-2517-3646-951D-48296B93037A}" dt="2023-03-13T07:39:37.507" v="1198" actId="1076"/>
          <ac:spMkLst>
            <pc:docMk/>
            <pc:sldMk cId="2380741125" sldId="2768"/>
            <ac:spMk id="11" creationId="{882BC205-1F7C-8CB5-E1D7-7521F8B1285E}"/>
          </ac:spMkLst>
        </pc:spChg>
        <pc:spChg chg="add del mod">
          <ac:chgData name="Xin Luo" userId="82312ee5779919a4" providerId="LiveId" clId="{8BA8C8C7-2517-3646-951D-48296B93037A}" dt="2023-03-13T07:24:53.410" v="901"/>
          <ac:spMkLst>
            <pc:docMk/>
            <pc:sldMk cId="2380741125" sldId="2768"/>
            <ac:spMk id="12" creationId="{69840456-2511-36C5-DAB3-D95FD22E1133}"/>
          </ac:spMkLst>
        </pc:spChg>
        <pc:spChg chg="add mod">
          <ac:chgData name="Xin Luo" userId="82312ee5779919a4" providerId="LiveId" clId="{8BA8C8C7-2517-3646-951D-48296B93037A}" dt="2023-03-13T07:39:37.507" v="1198" actId="1076"/>
          <ac:spMkLst>
            <pc:docMk/>
            <pc:sldMk cId="2380741125" sldId="2768"/>
            <ac:spMk id="13" creationId="{18AB25C2-FB51-47F7-D5E6-3CD713C8DF6D}"/>
          </ac:spMkLst>
        </pc:spChg>
        <pc:spChg chg="add del mod">
          <ac:chgData name="Xin Luo" userId="82312ee5779919a4" providerId="LiveId" clId="{8BA8C8C7-2517-3646-951D-48296B93037A}" dt="2023-03-13T07:37:07.551" v="1107" actId="478"/>
          <ac:spMkLst>
            <pc:docMk/>
            <pc:sldMk cId="2380741125" sldId="2768"/>
            <ac:spMk id="14" creationId="{566F205A-13F8-4AD2-ABFE-CEB7F534816E}"/>
          </ac:spMkLst>
        </pc:spChg>
        <pc:spChg chg="add mod">
          <ac:chgData name="Xin Luo" userId="82312ee5779919a4" providerId="LiveId" clId="{8BA8C8C7-2517-3646-951D-48296B93037A}" dt="2023-03-13T07:39:37.507" v="1198" actId="1076"/>
          <ac:spMkLst>
            <pc:docMk/>
            <pc:sldMk cId="2380741125" sldId="2768"/>
            <ac:spMk id="15" creationId="{DCE793DD-39B2-FF02-7C84-E9A7F7ADE60A}"/>
          </ac:spMkLst>
        </pc:spChg>
        <pc:spChg chg="add mod">
          <ac:chgData name="Xin Luo" userId="82312ee5779919a4" providerId="LiveId" clId="{8BA8C8C7-2517-3646-951D-48296B93037A}" dt="2023-03-13T07:39:39.304" v="1199" actId="1076"/>
          <ac:spMkLst>
            <pc:docMk/>
            <pc:sldMk cId="2380741125" sldId="2768"/>
            <ac:spMk id="16" creationId="{D6DE5B36-E23C-44CB-46DF-80768FC4DFB0}"/>
          </ac:spMkLst>
        </pc:spChg>
        <pc:cxnChg chg="add mod">
          <ac:chgData name="Xin Luo" userId="82312ee5779919a4" providerId="LiveId" clId="{8BA8C8C7-2517-3646-951D-48296B93037A}" dt="2023-03-13T07:39:37.507" v="1198" actId="1076"/>
          <ac:cxnSpMkLst>
            <pc:docMk/>
            <pc:sldMk cId="2380741125" sldId="2768"/>
            <ac:cxnSpMk id="18" creationId="{4A91ECEA-B01F-CD7D-FDC3-691666722FB0}"/>
          </ac:cxnSpMkLst>
        </pc:cxnChg>
        <pc:cxnChg chg="add mod">
          <ac:chgData name="Xin Luo" userId="82312ee5779919a4" providerId="LiveId" clId="{8BA8C8C7-2517-3646-951D-48296B93037A}" dt="2023-03-13T07:39:37.507" v="1198" actId="1076"/>
          <ac:cxnSpMkLst>
            <pc:docMk/>
            <pc:sldMk cId="2380741125" sldId="2768"/>
            <ac:cxnSpMk id="20" creationId="{F7B72513-CA83-5A94-CC92-80A7ABB35251}"/>
          </ac:cxnSpMkLst>
        </pc:cxnChg>
        <pc:cxnChg chg="add mod">
          <ac:chgData name="Xin Luo" userId="82312ee5779919a4" providerId="LiveId" clId="{8BA8C8C7-2517-3646-951D-48296B93037A}" dt="2023-03-13T07:39:37.507" v="1198" actId="1076"/>
          <ac:cxnSpMkLst>
            <pc:docMk/>
            <pc:sldMk cId="2380741125" sldId="2768"/>
            <ac:cxnSpMk id="23" creationId="{8F4F86DC-7CE9-9D5C-AE76-EE8DAB4109A5}"/>
          </ac:cxnSpMkLst>
        </pc:cxnChg>
        <pc:cxnChg chg="add mod">
          <ac:chgData name="Xin Luo" userId="82312ee5779919a4" providerId="LiveId" clId="{8BA8C8C7-2517-3646-951D-48296B93037A}" dt="2023-03-13T07:39:37.507" v="1198" actId="1076"/>
          <ac:cxnSpMkLst>
            <pc:docMk/>
            <pc:sldMk cId="2380741125" sldId="2768"/>
            <ac:cxnSpMk id="26" creationId="{260DAA9A-59FF-8791-35DF-05CA47DAACD8}"/>
          </ac:cxnSpMkLst>
        </pc:cxnChg>
      </pc:sldChg>
      <pc:sldChg chg="modSp add mod">
        <pc:chgData name="Xin Luo" userId="82312ee5779919a4" providerId="LiveId" clId="{8BA8C8C7-2517-3646-951D-48296B93037A}" dt="2023-03-13T07:45:07.040" v="1239" actId="1035"/>
        <pc:sldMkLst>
          <pc:docMk/>
          <pc:sldMk cId="3657954518" sldId="2769"/>
        </pc:sldMkLst>
        <pc:spChg chg="mod">
          <ac:chgData name="Xin Luo" userId="82312ee5779919a4" providerId="LiveId" clId="{8BA8C8C7-2517-3646-951D-48296B93037A}" dt="2023-03-13T07:45:07.040" v="1239" actId="1035"/>
          <ac:spMkLst>
            <pc:docMk/>
            <pc:sldMk cId="3657954518" sldId="2769"/>
            <ac:spMk id="6" creationId="{DA984439-1B23-1931-1979-ECF8DE9D6DCA}"/>
          </ac:spMkLst>
        </pc:spChg>
      </pc:sldChg>
    </pc:docChg>
  </pc:docChgLst>
  <pc:docChgLst>
    <pc:chgData name="Xin Luo" userId="82312ee5779919a4" providerId="LiveId" clId="{F39FD8EC-B3B0-744A-BAD0-DA61AA840DC4}"/>
    <pc:docChg chg="custSel addSld delSld modSld">
      <pc:chgData name="Xin Luo" userId="82312ee5779919a4" providerId="LiveId" clId="{F39FD8EC-B3B0-744A-BAD0-DA61AA840DC4}" dt="2023-09-24T13:56:24.236" v="64" actId="2696"/>
      <pc:docMkLst>
        <pc:docMk/>
      </pc:docMkLst>
      <pc:sldChg chg="modSp mod">
        <pc:chgData name="Xin Luo" userId="82312ee5779919a4" providerId="LiveId" clId="{F39FD8EC-B3B0-744A-BAD0-DA61AA840DC4}" dt="2023-09-24T13:53:44.986" v="62" actId="313"/>
        <pc:sldMkLst>
          <pc:docMk/>
          <pc:sldMk cId="782854285" sldId="2767"/>
        </pc:sldMkLst>
        <pc:spChg chg="mod">
          <ac:chgData name="Xin Luo" userId="82312ee5779919a4" providerId="LiveId" clId="{F39FD8EC-B3B0-744A-BAD0-DA61AA840DC4}" dt="2023-09-24T13:53:44.986" v="62" actId="313"/>
          <ac:spMkLst>
            <pc:docMk/>
            <pc:sldMk cId="782854285" sldId="2767"/>
            <ac:spMk id="5" creationId="{78502774-B04C-634F-1396-E5815996BC36}"/>
          </ac:spMkLst>
        </pc:spChg>
      </pc:sldChg>
      <pc:sldChg chg="add del">
        <pc:chgData name="Xin Luo" userId="82312ee5779919a4" providerId="LiveId" clId="{F39FD8EC-B3B0-744A-BAD0-DA61AA840DC4}" dt="2023-09-24T13:56:24.236" v="64" actId="2696"/>
        <pc:sldMkLst>
          <pc:docMk/>
          <pc:sldMk cId="1493379628" sldId="2771"/>
        </pc:sldMkLst>
      </pc:sldChg>
    </pc:docChg>
  </pc:docChgLst>
  <pc:docChgLst>
    <pc:chgData name="Xin Luo" userId="82312ee5779919a4" providerId="LiveId" clId="{7C68D8C5-3836-3547-9AA8-5B377782C93A}"/>
    <pc:docChg chg="modSld">
      <pc:chgData name="Xin Luo" userId="82312ee5779919a4" providerId="LiveId" clId="{7C68D8C5-3836-3547-9AA8-5B377782C93A}" dt="2023-04-12T12:59:02.669" v="101" actId="20577"/>
      <pc:docMkLst>
        <pc:docMk/>
      </pc:docMkLst>
      <pc:sldChg chg="modSp mod">
        <pc:chgData name="Xin Luo" userId="82312ee5779919a4" providerId="LiveId" clId="{7C68D8C5-3836-3547-9AA8-5B377782C93A}" dt="2023-04-12T12:59:02.669" v="101" actId="20577"/>
        <pc:sldMkLst>
          <pc:docMk/>
          <pc:sldMk cId="1209572041" sldId="2722"/>
        </pc:sldMkLst>
        <pc:spChg chg="mod">
          <ac:chgData name="Xin Luo" userId="82312ee5779919a4" providerId="LiveId" clId="{7C68D8C5-3836-3547-9AA8-5B377782C93A}" dt="2023-04-12T12:59:02.669" v="101" actId="20577"/>
          <ac:spMkLst>
            <pc:docMk/>
            <pc:sldMk cId="1209572041" sldId="2722"/>
            <ac:spMk id="13" creationId="{303BC878-BC57-D350-27A3-F03AE48213AC}"/>
          </ac:spMkLst>
        </pc:spChg>
      </pc:sldChg>
    </pc:docChg>
  </pc:docChgLst>
  <pc:docChgLst>
    <pc:chgData name="Xin Luo" userId="82312ee5779919a4" providerId="LiveId" clId="{3C4A7AF4-6488-5041-B432-D36EF53163D3}"/>
    <pc:docChg chg="undo custSel addSld delSld modSld sldOrd">
      <pc:chgData name="Xin Luo" userId="82312ee5779919a4" providerId="LiveId" clId="{3C4A7AF4-6488-5041-B432-D36EF53163D3}" dt="2023-02-23T14:33:41.327" v="6919" actId="478"/>
      <pc:docMkLst>
        <pc:docMk/>
      </pc:docMkLst>
      <pc:sldChg chg="del">
        <pc:chgData name="Xin Luo" userId="82312ee5779919a4" providerId="LiveId" clId="{3C4A7AF4-6488-5041-B432-D36EF53163D3}" dt="2023-02-22T05:30:51.981" v="0" actId="2696"/>
        <pc:sldMkLst>
          <pc:docMk/>
          <pc:sldMk cId="1153920038" sldId="2206"/>
        </pc:sldMkLst>
      </pc:sldChg>
      <pc:sldChg chg="addSp modSp mod">
        <pc:chgData name="Xin Luo" userId="82312ee5779919a4" providerId="LiveId" clId="{3C4A7AF4-6488-5041-B432-D36EF53163D3}" dt="2023-02-23T07:39:26.083" v="2380" actId="20577"/>
        <pc:sldMkLst>
          <pc:docMk/>
          <pc:sldMk cId="1576120367" sldId="2387"/>
        </pc:sldMkLst>
        <pc:spChg chg="mod">
          <ac:chgData name="Xin Luo" userId="82312ee5779919a4" providerId="LiveId" clId="{3C4A7AF4-6488-5041-B432-D36EF53163D3}" dt="2023-02-22T07:31:19.249" v="233"/>
          <ac:spMkLst>
            <pc:docMk/>
            <pc:sldMk cId="1576120367" sldId="2387"/>
            <ac:spMk id="4" creationId="{E22E439B-4B3F-A527-61D0-3ED55D24E856}"/>
          </ac:spMkLst>
        </pc:spChg>
        <pc:spChg chg="mod">
          <ac:chgData name="Xin Luo" userId="82312ee5779919a4" providerId="LiveId" clId="{3C4A7AF4-6488-5041-B432-D36EF53163D3}" dt="2023-02-22T07:31:49.764" v="280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3C4A7AF4-6488-5041-B432-D36EF53163D3}" dt="2023-02-23T07:39:26.083" v="2380" actId="20577"/>
          <ac:spMkLst>
            <pc:docMk/>
            <pc:sldMk cId="1576120367" sldId="2387"/>
            <ac:spMk id="10" creationId="{00000000-0000-0000-0000-000000000000}"/>
          </ac:spMkLst>
        </pc:spChg>
        <pc:spChg chg="mod">
          <ac:chgData name="Xin Luo" userId="82312ee5779919a4" providerId="LiveId" clId="{3C4A7AF4-6488-5041-B432-D36EF53163D3}" dt="2023-02-23T04:51:20.387" v="1923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3C4A7AF4-6488-5041-B432-D36EF53163D3}" dt="2023-02-23T07:39:23.145" v="2375" actId="20577"/>
          <ac:spMkLst>
            <pc:docMk/>
            <pc:sldMk cId="1576120367" sldId="2387"/>
            <ac:spMk id="13" creationId="{00000000-0000-0000-0000-000000000000}"/>
          </ac:spMkLst>
        </pc:spChg>
        <pc:spChg chg="mod">
          <ac:chgData name="Xin Luo" userId="82312ee5779919a4" providerId="LiveId" clId="{3C4A7AF4-6488-5041-B432-D36EF53163D3}" dt="2023-02-23T04:51:33.868" v="1950" actId="20577"/>
          <ac:spMkLst>
            <pc:docMk/>
            <pc:sldMk cId="1576120367" sldId="2387"/>
            <ac:spMk id="14" creationId="{00000000-0000-0000-0000-000000000000}"/>
          </ac:spMkLst>
        </pc:spChg>
        <pc:grpChg chg="add mod">
          <ac:chgData name="Xin Luo" userId="82312ee5779919a4" providerId="LiveId" clId="{3C4A7AF4-6488-5041-B432-D36EF53163D3}" dt="2023-02-22T07:32:25.478" v="308" actId="1076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3C4A7AF4-6488-5041-B432-D36EF53163D3}" dt="2023-02-23T07:39:19.698" v="2367" actId="1076"/>
          <ac:grpSpMkLst>
            <pc:docMk/>
            <pc:sldMk cId="1576120367" sldId="2387"/>
            <ac:grpSpMk id="3" creationId="{12ED16A1-79B8-7DB1-1CC1-250B051BAD58}"/>
          </ac:grpSpMkLst>
        </pc:grpChg>
        <pc:grpChg chg="mod">
          <ac:chgData name="Xin Luo" userId="82312ee5779919a4" providerId="LiveId" clId="{3C4A7AF4-6488-5041-B432-D36EF53163D3}" dt="2023-02-23T07:39:15.729" v="2366" actId="1076"/>
          <ac:grpSpMkLst>
            <pc:docMk/>
            <pc:sldMk cId="1576120367" sldId="2387"/>
            <ac:grpSpMk id="9" creationId="{84B9B8D5-4BCC-CDFF-1E13-B005060A8BDF}"/>
          </ac:grpSpMkLst>
        </pc:grpChg>
      </pc:sldChg>
      <pc:sldChg chg="modSp mod">
        <pc:chgData name="Xin Luo" userId="82312ee5779919a4" providerId="LiveId" clId="{3C4A7AF4-6488-5041-B432-D36EF53163D3}" dt="2023-02-22T07:33:21.001" v="351" actId="20577"/>
        <pc:sldMkLst>
          <pc:docMk/>
          <pc:sldMk cId="2415901206" sldId="2447"/>
        </pc:sldMkLst>
        <pc:spChg chg="mod">
          <ac:chgData name="Xin Luo" userId="82312ee5779919a4" providerId="LiveId" clId="{3C4A7AF4-6488-5041-B432-D36EF53163D3}" dt="2023-02-22T07:33:21.001" v="351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">
        <pc:chgData name="Xin Luo" userId="82312ee5779919a4" providerId="LiveId" clId="{3C4A7AF4-6488-5041-B432-D36EF53163D3}" dt="2023-02-23T01:16:39.011" v="1571" actId="1037"/>
        <pc:sldMkLst>
          <pc:docMk/>
          <pc:sldMk cId="4067577602" sldId="2605"/>
        </pc:sldMkLst>
        <pc:spChg chg="mod">
          <ac:chgData name="Xin Luo" userId="82312ee5779919a4" providerId="LiveId" clId="{3C4A7AF4-6488-5041-B432-D36EF53163D3}" dt="2023-02-22T07:38:53.396" v="381" actId="20577"/>
          <ac:spMkLst>
            <pc:docMk/>
            <pc:sldMk cId="4067577602" sldId="2605"/>
            <ac:spMk id="3" creationId="{00000000-0000-0000-0000-000000000000}"/>
          </ac:spMkLst>
        </pc:spChg>
        <pc:spChg chg="add del mod">
          <ac:chgData name="Xin Luo" userId="82312ee5779919a4" providerId="LiveId" clId="{3C4A7AF4-6488-5041-B432-D36EF53163D3}" dt="2023-02-22T14:18:41.269" v="1148" actId="478"/>
          <ac:spMkLst>
            <pc:docMk/>
            <pc:sldMk cId="4067577602" sldId="2605"/>
            <ac:spMk id="4" creationId="{3684DBBF-D5C3-AAFB-5142-DEFC9143FCE7}"/>
          </ac:spMkLst>
        </pc:spChg>
        <pc:spChg chg="del">
          <ac:chgData name="Xin Luo" userId="82312ee5779919a4" providerId="LiveId" clId="{3C4A7AF4-6488-5041-B432-D36EF53163D3}" dt="2023-02-22T13:47:47.275" v="383" actId="478"/>
          <ac:spMkLst>
            <pc:docMk/>
            <pc:sldMk cId="4067577602" sldId="2605"/>
            <ac:spMk id="5" creationId="{8CB3051E-1455-F2D6-027A-C359D1264B18}"/>
          </ac:spMkLst>
        </pc:spChg>
        <pc:spChg chg="add mod">
          <ac:chgData name="Xin Luo" userId="82312ee5779919a4" providerId="LiveId" clId="{3C4A7AF4-6488-5041-B432-D36EF53163D3}" dt="2023-02-23T01:16:39.011" v="1571" actId="1037"/>
          <ac:spMkLst>
            <pc:docMk/>
            <pc:sldMk cId="4067577602" sldId="2605"/>
            <ac:spMk id="15" creationId="{8F7436BD-0CD5-04DA-2B44-925CE86CF70D}"/>
          </ac:spMkLst>
        </pc:spChg>
        <pc:spChg chg="add mod">
          <ac:chgData name="Xin Luo" userId="82312ee5779919a4" providerId="LiveId" clId="{3C4A7AF4-6488-5041-B432-D36EF53163D3}" dt="2023-02-22T14:35:48.413" v="1376" actId="1076"/>
          <ac:spMkLst>
            <pc:docMk/>
            <pc:sldMk cId="4067577602" sldId="2605"/>
            <ac:spMk id="16" creationId="{5E1E7D79-A815-9A32-ABAB-129BFCE643F1}"/>
          </ac:spMkLst>
        </pc:spChg>
        <pc:spChg chg="mod">
          <ac:chgData name="Xin Luo" userId="82312ee5779919a4" providerId="LiveId" clId="{3C4A7AF4-6488-5041-B432-D36EF53163D3}" dt="2023-02-22T14:25:21.534" v="1184" actId="115"/>
          <ac:spMkLst>
            <pc:docMk/>
            <pc:sldMk cId="4067577602" sldId="2605"/>
            <ac:spMk id="17" creationId="{9E05FFCA-3371-AF5C-381D-71D984055F5A}"/>
          </ac:spMkLst>
        </pc:spChg>
        <pc:picChg chg="add mod">
          <ac:chgData name="Xin Luo" userId="82312ee5779919a4" providerId="LiveId" clId="{3C4A7AF4-6488-5041-B432-D36EF53163D3}" dt="2023-02-22T14:36:37.590" v="1394" actId="1076"/>
          <ac:picMkLst>
            <pc:docMk/>
            <pc:sldMk cId="4067577602" sldId="2605"/>
            <ac:picMk id="7" creationId="{C7993E05-4ADB-9D0C-E633-5749F445E479}"/>
          </ac:picMkLst>
        </pc:picChg>
        <pc:picChg chg="add del mod">
          <ac:chgData name="Xin Luo" userId="82312ee5779919a4" providerId="LiveId" clId="{3C4A7AF4-6488-5041-B432-D36EF53163D3}" dt="2023-02-22T14:24:46.251" v="1173" actId="478"/>
          <ac:picMkLst>
            <pc:docMk/>
            <pc:sldMk cId="4067577602" sldId="2605"/>
            <ac:picMk id="9" creationId="{D4A1F7D5-C3DE-337A-6369-48B839C7030D}"/>
          </ac:picMkLst>
        </pc:picChg>
        <pc:picChg chg="add mod">
          <ac:chgData name="Xin Luo" userId="82312ee5779919a4" providerId="LiveId" clId="{3C4A7AF4-6488-5041-B432-D36EF53163D3}" dt="2023-02-22T14:36:43.182" v="1396" actId="1076"/>
          <ac:picMkLst>
            <pc:docMk/>
            <pc:sldMk cId="4067577602" sldId="2605"/>
            <ac:picMk id="10" creationId="{26D555B6-DE11-BF17-8D9F-B5F93A876835}"/>
          </ac:picMkLst>
        </pc:picChg>
        <pc:picChg chg="del">
          <ac:chgData name="Xin Luo" userId="82312ee5779919a4" providerId="LiveId" clId="{3C4A7AF4-6488-5041-B432-D36EF53163D3}" dt="2023-02-22T13:47:45.826" v="382" actId="478"/>
          <ac:picMkLst>
            <pc:docMk/>
            <pc:sldMk cId="4067577602" sldId="2605"/>
            <ac:picMk id="1026" creationId="{9270A6EE-B03E-77C5-630F-E811251395A0}"/>
          </ac:picMkLst>
        </pc:picChg>
        <pc:picChg chg="add mod">
          <ac:chgData name="Xin Luo" userId="82312ee5779919a4" providerId="LiveId" clId="{3C4A7AF4-6488-5041-B432-D36EF53163D3}" dt="2023-02-22T14:34:30.005" v="1302" actId="1036"/>
          <ac:picMkLst>
            <pc:docMk/>
            <pc:sldMk cId="4067577602" sldId="2605"/>
            <ac:picMk id="1028" creationId="{9FA49340-63F1-4959-1786-FD893DE76CE9}"/>
          </ac:picMkLst>
        </pc:picChg>
        <pc:picChg chg="add mod">
          <ac:chgData name="Xin Luo" userId="82312ee5779919a4" providerId="LiveId" clId="{3C4A7AF4-6488-5041-B432-D36EF53163D3}" dt="2023-02-22T14:36:33.444" v="1393" actId="1076"/>
          <ac:picMkLst>
            <pc:docMk/>
            <pc:sldMk cId="4067577602" sldId="2605"/>
            <ac:picMk id="1030" creationId="{35CDAC06-D9CF-2AC8-535E-A1B01EC14218}"/>
          </ac:picMkLst>
        </pc:picChg>
        <pc:picChg chg="add mod">
          <ac:chgData name="Xin Luo" userId="82312ee5779919a4" providerId="LiveId" clId="{3C4A7AF4-6488-5041-B432-D36EF53163D3}" dt="2023-02-22T14:35:58.140" v="1379" actId="14100"/>
          <ac:picMkLst>
            <pc:docMk/>
            <pc:sldMk cId="4067577602" sldId="2605"/>
            <ac:picMk id="1032" creationId="{AFE202E8-A338-4627-93EE-5AD65BEE9525}"/>
          </ac:picMkLst>
        </pc:picChg>
        <pc:picChg chg="add mod">
          <ac:chgData name="Xin Luo" userId="82312ee5779919a4" providerId="LiveId" clId="{3C4A7AF4-6488-5041-B432-D36EF53163D3}" dt="2023-02-22T14:34:30.005" v="1302" actId="1036"/>
          <ac:picMkLst>
            <pc:docMk/>
            <pc:sldMk cId="4067577602" sldId="2605"/>
            <ac:picMk id="1034" creationId="{D5CBEF68-23C0-8F4A-FA5F-CB6BCAE76176}"/>
          </ac:picMkLst>
        </pc:picChg>
        <pc:picChg chg="add mod">
          <ac:chgData name="Xin Luo" userId="82312ee5779919a4" providerId="LiveId" clId="{3C4A7AF4-6488-5041-B432-D36EF53163D3}" dt="2023-02-22T14:34:36.142" v="1309" actId="1035"/>
          <ac:picMkLst>
            <pc:docMk/>
            <pc:sldMk cId="4067577602" sldId="2605"/>
            <ac:picMk id="1036" creationId="{5E2738F1-9461-1F5B-3007-2AA2AD20C330}"/>
          </ac:picMkLst>
        </pc:picChg>
        <pc:cxnChg chg="add mod">
          <ac:chgData name="Xin Luo" userId="82312ee5779919a4" providerId="LiveId" clId="{3C4A7AF4-6488-5041-B432-D36EF53163D3}" dt="2023-02-22T14:33:32.573" v="1248" actId="14100"/>
          <ac:cxnSpMkLst>
            <pc:docMk/>
            <pc:sldMk cId="4067577602" sldId="2605"/>
            <ac:cxnSpMk id="12" creationId="{78FA799A-1F2C-F1DA-9F71-B1B8AFBC5758}"/>
          </ac:cxnSpMkLst>
        </pc:cxnChg>
      </pc:sldChg>
      <pc:sldChg chg="del">
        <pc:chgData name="Xin Luo" userId="82312ee5779919a4" providerId="LiveId" clId="{3C4A7AF4-6488-5041-B432-D36EF53163D3}" dt="2023-02-22T05:30:52.002" v="3" actId="2696"/>
        <pc:sldMkLst>
          <pc:docMk/>
          <pc:sldMk cId="2688334957" sldId="2705"/>
        </pc:sldMkLst>
      </pc:sldChg>
      <pc:sldChg chg="del">
        <pc:chgData name="Xin Luo" userId="82312ee5779919a4" providerId="LiveId" clId="{3C4A7AF4-6488-5041-B432-D36EF53163D3}" dt="2023-02-22T05:30:51.986" v="2" actId="2696"/>
        <pc:sldMkLst>
          <pc:docMk/>
          <pc:sldMk cId="2464444856" sldId="2706"/>
        </pc:sldMkLst>
      </pc:sldChg>
      <pc:sldChg chg="del">
        <pc:chgData name="Xin Luo" userId="82312ee5779919a4" providerId="LiveId" clId="{3C4A7AF4-6488-5041-B432-D36EF53163D3}" dt="2023-02-22T05:30:51.983" v="1" actId="2696"/>
        <pc:sldMkLst>
          <pc:docMk/>
          <pc:sldMk cId="1602808061" sldId="2707"/>
        </pc:sldMkLst>
      </pc:sldChg>
      <pc:sldChg chg="modSp mod">
        <pc:chgData name="Xin Luo" userId="82312ee5779919a4" providerId="LiveId" clId="{3C4A7AF4-6488-5041-B432-D36EF53163D3}" dt="2023-02-22T07:27:49.994" v="45" actId="20577"/>
        <pc:sldMkLst>
          <pc:docMk/>
          <pc:sldMk cId="1658607177" sldId="2708"/>
        </pc:sldMkLst>
        <pc:spChg chg="mod">
          <ac:chgData name="Xin Luo" userId="82312ee5779919a4" providerId="LiveId" clId="{3C4A7AF4-6488-5041-B432-D36EF53163D3}" dt="2023-02-22T05:30:59.167" v="9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3C4A7AF4-6488-5041-B432-D36EF53163D3}" dt="2023-02-22T07:27:49.994" v="45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add mod">
        <pc:chgData name="Xin Luo" userId="82312ee5779919a4" providerId="LiveId" clId="{3C4A7AF4-6488-5041-B432-D36EF53163D3}" dt="2023-02-23T07:39:57.891" v="2394" actId="20577"/>
        <pc:sldMkLst>
          <pc:docMk/>
          <pc:sldMk cId="481122590" sldId="2709"/>
        </pc:sldMkLst>
        <pc:spChg chg="mod">
          <ac:chgData name="Xin Luo" userId="82312ee5779919a4" providerId="LiveId" clId="{3C4A7AF4-6488-5041-B432-D36EF53163D3}" dt="2023-02-23T07:39:57.891" v="2394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addSp delSp modSp del mod">
        <pc:chgData name="Xin Luo" userId="82312ee5779919a4" providerId="LiveId" clId="{3C4A7AF4-6488-5041-B432-D36EF53163D3}" dt="2023-02-23T07:26:52.546" v="2336" actId="2696"/>
        <pc:sldMkLst>
          <pc:docMk/>
          <pc:sldMk cId="1257969106" sldId="2709"/>
        </pc:sldMkLst>
        <pc:spChg chg="add del mod">
          <ac:chgData name="Xin Luo" userId="82312ee5779919a4" providerId="LiveId" clId="{3C4A7AF4-6488-5041-B432-D36EF53163D3}" dt="2023-02-23T07:23:16.824" v="2299"/>
          <ac:spMkLst>
            <pc:docMk/>
            <pc:sldMk cId="1257969106" sldId="2709"/>
            <ac:spMk id="2" creationId="{4F16F311-539C-1B93-3CE1-715CE6FEC011}"/>
          </ac:spMkLst>
        </pc:spChg>
        <pc:spChg chg="add del mod">
          <ac:chgData name="Xin Luo" userId="82312ee5779919a4" providerId="LiveId" clId="{3C4A7AF4-6488-5041-B432-D36EF53163D3}" dt="2023-02-23T07:23:16.824" v="2299"/>
          <ac:spMkLst>
            <pc:docMk/>
            <pc:sldMk cId="1257969106" sldId="2709"/>
            <ac:spMk id="4" creationId="{883EF12F-27CE-609F-1E57-59730B969DB2}"/>
          </ac:spMkLst>
        </pc:spChg>
        <pc:spChg chg="mod">
          <ac:chgData name="Xin Luo" userId="82312ee5779919a4" providerId="LiveId" clId="{3C4A7AF4-6488-5041-B432-D36EF53163D3}" dt="2023-02-23T07:23:37.260" v="2303" actId="20577"/>
          <ac:spMkLst>
            <pc:docMk/>
            <pc:sldMk cId="1257969106" sldId="2709"/>
            <ac:spMk id="7" creationId="{00000000-0000-0000-0000-000000000000}"/>
          </ac:spMkLst>
        </pc:spChg>
      </pc:sldChg>
      <pc:sldChg chg="del">
        <pc:chgData name="Xin Luo" userId="82312ee5779919a4" providerId="LiveId" clId="{3C4A7AF4-6488-5041-B432-D36EF53163D3}" dt="2023-02-22T07:32:46.487" v="311" actId="2696"/>
        <pc:sldMkLst>
          <pc:docMk/>
          <pc:sldMk cId="2744383376" sldId="2711"/>
        </pc:sldMkLst>
      </pc:sldChg>
      <pc:sldChg chg="del">
        <pc:chgData name="Xin Luo" userId="82312ee5779919a4" providerId="LiveId" clId="{3C4A7AF4-6488-5041-B432-D36EF53163D3}" dt="2023-02-22T07:32:46.489" v="312" actId="2696"/>
        <pc:sldMkLst>
          <pc:docMk/>
          <pc:sldMk cId="280619949" sldId="2714"/>
        </pc:sldMkLst>
      </pc:sldChg>
      <pc:sldChg chg="del">
        <pc:chgData name="Xin Luo" userId="82312ee5779919a4" providerId="LiveId" clId="{3C4A7AF4-6488-5041-B432-D36EF53163D3}" dt="2023-02-22T07:32:53.087" v="313" actId="2696"/>
        <pc:sldMkLst>
          <pc:docMk/>
          <pc:sldMk cId="3852391939" sldId="2715"/>
        </pc:sldMkLst>
      </pc:sldChg>
      <pc:sldChg chg="delSp modSp del mod ord">
        <pc:chgData name="Xin Luo" userId="82312ee5779919a4" providerId="LiveId" clId="{3C4A7AF4-6488-5041-B432-D36EF53163D3}" dt="2023-02-23T07:26:52.546" v="2336" actId="2696"/>
        <pc:sldMkLst>
          <pc:docMk/>
          <pc:sldMk cId="3026715585" sldId="2716"/>
        </pc:sldMkLst>
        <pc:spChg chg="mod">
          <ac:chgData name="Xin Luo" userId="82312ee5779919a4" providerId="LiveId" clId="{3C4A7AF4-6488-5041-B432-D36EF53163D3}" dt="2023-02-23T07:23:45.452" v="2305" actId="20577"/>
          <ac:spMkLst>
            <pc:docMk/>
            <pc:sldMk cId="3026715585" sldId="2716"/>
            <ac:spMk id="3" creationId="{00000000-0000-0000-0000-000000000000}"/>
          </ac:spMkLst>
        </pc:spChg>
        <pc:spChg chg="del">
          <ac:chgData name="Xin Luo" userId="82312ee5779919a4" providerId="LiveId" clId="{3C4A7AF4-6488-5041-B432-D36EF53163D3}" dt="2023-02-23T01:12:00.098" v="1532" actId="478"/>
          <ac:spMkLst>
            <pc:docMk/>
            <pc:sldMk cId="3026715585" sldId="2716"/>
            <ac:spMk id="4" creationId="{B31A8325-31D8-6F06-6D89-E39763C56875}"/>
          </ac:spMkLst>
        </pc:spChg>
        <pc:spChg chg="del">
          <ac:chgData name="Xin Luo" userId="82312ee5779919a4" providerId="LiveId" clId="{3C4A7AF4-6488-5041-B432-D36EF53163D3}" dt="2023-02-23T01:11:57.107" v="1531" actId="478"/>
          <ac:spMkLst>
            <pc:docMk/>
            <pc:sldMk cId="3026715585" sldId="2716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3C4A7AF4-6488-5041-B432-D36EF53163D3}" dt="2023-02-23T07:58:34.775" v="2627" actId="20577"/>
        <pc:sldMkLst>
          <pc:docMk/>
          <pc:sldMk cId="3833073590" sldId="2716"/>
        </pc:sldMkLst>
        <pc:spChg chg="mod">
          <ac:chgData name="Xin Luo" userId="82312ee5779919a4" providerId="LiveId" clId="{3C4A7AF4-6488-5041-B432-D36EF53163D3}" dt="2023-02-23T07:58:34.775" v="2627" actId="20577"/>
          <ac:spMkLst>
            <pc:docMk/>
            <pc:sldMk cId="3833073590" sldId="2716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7:40:13.902" v="2397" actId="20577"/>
          <ac:spMkLst>
            <pc:docMk/>
            <pc:sldMk cId="3833073590" sldId="2716"/>
            <ac:spMk id="3" creationId="{00000000-0000-0000-0000-000000000000}"/>
          </ac:spMkLst>
        </pc:spChg>
        <pc:spChg chg="add mod">
          <ac:chgData name="Xin Luo" userId="82312ee5779919a4" providerId="LiveId" clId="{3C4A7AF4-6488-5041-B432-D36EF53163D3}" dt="2023-02-23T07:55:19.067" v="2577" actId="115"/>
          <ac:spMkLst>
            <pc:docMk/>
            <pc:sldMk cId="3833073590" sldId="2716"/>
            <ac:spMk id="5" creationId="{9F4AEA98-0C33-E82A-EB75-839D0F0B55A4}"/>
          </ac:spMkLst>
        </pc:spChg>
      </pc:sldChg>
      <pc:sldChg chg="del">
        <pc:chgData name="Xin Luo" userId="82312ee5779919a4" providerId="LiveId" clId="{3C4A7AF4-6488-5041-B432-D36EF53163D3}" dt="2023-02-22T07:32:53.106" v="315" actId="2696"/>
        <pc:sldMkLst>
          <pc:docMk/>
          <pc:sldMk cId="4136986794" sldId="2717"/>
        </pc:sldMkLst>
      </pc:sldChg>
      <pc:sldChg chg="del">
        <pc:chgData name="Xin Luo" userId="82312ee5779919a4" providerId="LiveId" clId="{3C4A7AF4-6488-5041-B432-D36EF53163D3}" dt="2023-02-22T07:32:53.089" v="314" actId="2696"/>
        <pc:sldMkLst>
          <pc:docMk/>
          <pc:sldMk cId="1778017482" sldId="2718"/>
        </pc:sldMkLst>
      </pc:sldChg>
      <pc:sldChg chg="modSp del mod ord">
        <pc:chgData name="Xin Luo" userId="82312ee5779919a4" providerId="LiveId" clId="{3C4A7AF4-6488-5041-B432-D36EF53163D3}" dt="2023-02-23T07:26:52.546" v="2336" actId="2696"/>
        <pc:sldMkLst>
          <pc:docMk/>
          <pc:sldMk cId="1858913004" sldId="2719"/>
        </pc:sldMkLst>
        <pc:spChg chg="mod">
          <ac:chgData name="Xin Luo" userId="82312ee5779919a4" providerId="LiveId" clId="{3C4A7AF4-6488-5041-B432-D36EF53163D3}" dt="2023-02-23T07:06:13.687" v="1964" actId="20577"/>
          <ac:spMkLst>
            <pc:docMk/>
            <pc:sldMk cId="1858913004" sldId="2719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7:26:41.367" v="2335" actId="20577"/>
          <ac:spMkLst>
            <pc:docMk/>
            <pc:sldMk cId="1858913004" sldId="2719"/>
            <ac:spMk id="3" creationId="{00000000-0000-0000-0000-000000000000}"/>
          </ac:spMkLst>
        </pc:spChg>
        <pc:spChg chg="mod">
          <ac:chgData name="Xin Luo" userId="82312ee5779919a4" providerId="LiveId" clId="{3C4A7AF4-6488-5041-B432-D36EF53163D3}" dt="2023-02-23T07:18:35.599" v="2267" actId="20577"/>
          <ac:spMkLst>
            <pc:docMk/>
            <pc:sldMk cId="1858913004" sldId="2719"/>
            <ac:spMk id="5" creationId="{FCD10A89-5E0E-5D73-1D4F-9E11D943B29C}"/>
          </ac:spMkLst>
        </pc:spChg>
      </pc:sldChg>
      <pc:sldChg chg="modSp add del mod">
        <pc:chgData name="Xin Luo" userId="82312ee5779919a4" providerId="LiveId" clId="{3C4A7AF4-6488-5041-B432-D36EF53163D3}" dt="2023-02-23T07:29:10.384" v="2343" actId="2696"/>
        <pc:sldMkLst>
          <pc:docMk/>
          <pc:sldMk cId="3840444413" sldId="2719"/>
        </pc:sldMkLst>
        <pc:spChg chg="mod">
          <ac:chgData name="Xin Luo" userId="82312ee5779919a4" providerId="LiveId" clId="{3C4A7AF4-6488-5041-B432-D36EF53163D3}" dt="2023-02-23T07:27:15.924" v="2338" actId="1076"/>
          <ac:spMkLst>
            <pc:docMk/>
            <pc:sldMk cId="3840444413" sldId="2719"/>
            <ac:spMk id="5" creationId="{FCD10A89-5E0E-5D73-1D4F-9E11D943B29C}"/>
          </ac:spMkLst>
        </pc:spChg>
      </pc:sldChg>
      <pc:sldChg chg="modSp add mod ord">
        <pc:chgData name="Xin Luo" userId="82312ee5779919a4" providerId="LiveId" clId="{3C4A7AF4-6488-5041-B432-D36EF53163D3}" dt="2023-02-23T04:51:04.333" v="1905" actId="20577"/>
        <pc:sldMkLst>
          <pc:docMk/>
          <pc:sldMk cId="972163772" sldId="2720"/>
        </pc:sldMkLst>
        <pc:spChg chg="mod">
          <ac:chgData name="Xin Luo" userId="82312ee5779919a4" providerId="LiveId" clId="{3C4A7AF4-6488-5041-B432-D36EF53163D3}" dt="2023-02-23T04:51:04.333" v="1905" actId="20577"/>
          <ac:spMkLst>
            <pc:docMk/>
            <pc:sldMk cId="972163772" sldId="2720"/>
            <ac:spMk id="7" creationId="{00000000-0000-0000-0000-000000000000}"/>
          </ac:spMkLst>
        </pc:spChg>
      </pc:sldChg>
      <pc:sldChg chg="del">
        <pc:chgData name="Xin Luo" userId="82312ee5779919a4" providerId="LiveId" clId="{3C4A7AF4-6488-5041-B432-D36EF53163D3}" dt="2023-02-22T07:32:37.778" v="309" actId="2696"/>
        <pc:sldMkLst>
          <pc:docMk/>
          <pc:sldMk cId="3480831675" sldId="2720"/>
        </pc:sldMkLst>
      </pc:sldChg>
      <pc:sldChg chg="del">
        <pc:chgData name="Xin Luo" userId="82312ee5779919a4" providerId="LiveId" clId="{3C4A7AF4-6488-5041-B432-D36EF53163D3}" dt="2023-02-22T07:32:46.484" v="310" actId="2696"/>
        <pc:sldMkLst>
          <pc:docMk/>
          <pc:sldMk cId="1410676903" sldId="2721"/>
        </pc:sldMkLst>
      </pc:sldChg>
      <pc:sldChg chg="delSp modSp add mod ord">
        <pc:chgData name="Xin Luo" userId="82312ee5779919a4" providerId="LiveId" clId="{3C4A7AF4-6488-5041-B432-D36EF53163D3}" dt="2023-02-23T07:12:50.196" v="2062" actId="478"/>
        <pc:sldMkLst>
          <pc:docMk/>
          <pc:sldMk cId="2689695864" sldId="2721"/>
        </pc:sldMkLst>
        <pc:spChg chg="mod">
          <ac:chgData name="Xin Luo" userId="82312ee5779919a4" providerId="LiveId" clId="{3C4A7AF4-6488-5041-B432-D36EF53163D3}" dt="2023-02-23T07:07:57.259" v="2017" actId="20577"/>
          <ac:spMkLst>
            <pc:docMk/>
            <pc:sldMk cId="2689695864" sldId="2721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7:07:20.323" v="1987"/>
          <ac:spMkLst>
            <pc:docMk/>
            <pc:sldMk cId="2689695864" sldId="2721"/>
            <ac:spMk id="3" creationId="{00000000-0000-0000-0000-000000000000}"/>
          </ac:spMkLst>
        </pc:spChg>
        <pc:spChg chg="del">
          <ac:chgData name="Xin Luo" userId="82312ee5779919a4" providerId="LiveId" clId="{3C4A7AF4-6488-5041-B432-D36EF53163D3}" dt="2023-02-23T07:12:50.196" v="2062" actId="478"/>
          <ac:spMkLst>
            <pc:docMk/>
            <pc:sldMk cId="2689695864" sldId="2721"/>
            <ac:spMk id="4" creationId="{B31A8325-31D8-6F06-6D89-E39763C56875}"/>
          </ac:spMkLst>
        </pc:spChg>
        <pc:spChg chg="mod">
          <ac:chgData name="Xin Luo" userId="82312ee5779919a4" providerId="LiveId" clId="{3C4A7AF4-6488-5041-B432-D36EF53163D3}" dt="2023-02-23T07:09:59.951" v="2061" actId="20577"/>
          <ac:spMkLst>
            <pc:docMk/>
            <pc:sldMk cId="2689695864" sldId="2721"/>
            <ac:spMk id="17" creationId="{9E05FFCA-3371-AF5C-381D-71D984055F5A}"/>
          </ac:spMkLst>
        </pc:spChg>
      </pc:sldChg>
      <pc:sldChg chg="add del">
        <pc:chgData name="Xin Luo" userId="82312ee5779919a4" providerId="LiveId" clId="{3C4A7AF4-6488-5041-B432-D36EF53163D3}" dt="2023-02-23T01:10:59.145" v="1497"/>
        <pc:sldMkLst>
          <pc:docMk/>
          <pc:sldMk cId="2910826875" sldId="2721"/>
        </pc:sldMkLst>
      </pc:sldChg>
      <pc:sldChg chg="addSp delSp modSp add mod ord">
        <pc:chgData name="Xin Luo" userId="82312ee5779919a4" providerId="LiveId" clId="{3C4A7AF4-6488-5041-B432-D36EF53163D3}" dt="2023-02-23T07:26:03.168" v="2327" actId="20577"/>
        <pc:sldMkLst>
          <pc:docMk/>
          <pc:sldMk cId="1209572041" sldId="2722"/>
        </pc:sldMkLst>
        <pc:spChg chg="del mod">
          <ac:chgData name="Xin Luo" userId="82312ee5779919a4" providerId="LiveId" clId="{3C4A7AF4-6488-5041-B432-D36EF53163D3}" dt="2023-02-23T07:25:48.882" v="2315" actId="478"/>
          <ac:spMkLst>
            <pc:docMk/>
            <pc:sldMk cId="1209572041" sldId="2722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7:26:03.168" v="2327" actId="20577"/>
          <ac:spMkLst>
            <pc:docMk/>
            <pc:sldMk cId="1209572041" sldId="2722"/>
            <ac:spMk id="3" creationId="{00000000-0000-0000-0000-000000000000}"/>
          </ac:spMkLst>
        </pc:spChg>
        <pc:spChg chg="add del mod">
          <ac:chgData name="Xin Luo" userId="82312ee5779919a4" providerId="LiveId" clId="{3C4A7AF4-6488-5041-B432-D36EF53163D3}" dt="2023-02-23T07:25:42.840" v="2313" actId="478"/>
          <ac:spMkLst>
            <pc:docMk/>
            <pc:sldMk cId="1209572041" sldId="2722"/>
            <ac:spMk id="4" creationId="{1142D573-39B3-7F92-D797-85454C098638}"/>
          </ac:spMkLst>
        </pc:spChg>
        <pc:spChg chg="add del mod">
          <ac:chgData name="Xin Luo" userId="82312ee5779919a4" providerId="LiveId" clId="{3C4A7AF4-6488-5041-B432-D36EF53163D3}" dt="2023-02-23T07:25:42.840" v="2313" actId="478"/>
          <ac:spMkLst>
            <pc:docMk/>
            <pc:sldMk cId="1209572041" sldId="2722"/>
            <ac:spMk id="5" creationId="{A5864BEB-996C-F0AF-3A0B-26BB46B4EE87}"/>
          </ac:spMkLst>
        </pc:spChg>
        <pc:spChg chg="add del mod">
          <ac:chgData name="Xin Luo" userId="82312ee5779919a4" providerId="LiveId" clId="{3C4A7AF4-6488-5041-B432-D36EF53163D3}" dt="2023-02-23T07:25:48.882" v="2315" actId="478"/>
          <ac:spMkLst>
            <pc:docMk/>
            <pc:sldMk cId="1209572041" sldId="2722"/>
            <ac:spMk id="6" creationId="{D5048D8D-770E-37C2-8271-C710C5C8E2D0}"/>
          </ac:spMkLst>
        </pc:spChg>
        <pc:spChg chg="add del mod">
          <ac:chgData name="Xin Luo" userId="82312ee5779919a4" providerId="LiveId" clId="{3C4A7AF4-6488-5041-B432-D36EF53163D3}" dt="2023-02-23T07:25:48.882" v="2315" actId="478"/>
          <ac:spMkLst>
            <pc:docMk/>
            <pc:sldMk cId="1209572041" sldId="2722"/>
            <ac:spMk id="8" creationId="{196BD59A-0CC5-48B3-F0DD-26A59FE6A391}"/>
          </ac:spMkLst>
        </pc:spChg>
        <pc:spChg chg="add del mod">
          <ac:chgData name="Xin Luo" userId="82312ee5779919a4" providerId="LiveId" clId="{3C4A7AF4-6488-5041-B432-D36EF53163D3}" dt="2023-02-23T07:25:48.882" v="2315" actId="478"/>
          <ac:spMkLst>
            <pc:docMk/>
            <pc:sldMk cId="1209572041" sldId="2722"/>
            <ac:spMk id="9" creationId="{C753F62A-4457-3186-8C22-1660EC8CABE8}"/>
          </ac:spMkLst>
        </pc:spChg>
        <pc:spChg chg="add mod">
          <ac:chgData name="Xin Luo" userId="82312ee5779919a4" providerId="LiveId" clId="{3C4A7AF4-6488-5041-B432-D36EF53163D3}" dt="2023-02-23T07:25:49.454" v="2316"/>
          <ac:spMkLst>
            <pc:docMk/>
            <pc:sldMk cId="1209572041" sldId="2722"/>
            <ac:spMk id="11" creationId="{53A7E693-8098-76C4-CD5D-47166ABEB164}"/>
          </ac:spMkLst>
        </pc:spChg>
        <pc:spChg chg="add mod">
          <ac:chgData name="Xin Luo" userId="82312ee5779919a4" providerId="LiveId" clId="{3C4A7AF4-6488-5041-B432-D36EF53163D3}" dt="2023-02-23T07:25:49.454" v="2316"/>
          <ac:spMkLst>
            <pc:docMk/>
            <pc:sldMk cId="1209572041" sldId="2722"/>
            <ac:spMk id="13" creationId="{303BC878-BC57-D350-27A3-F03AE48213AC}"/>
          </ac:spMkLst>
        </pc:spChg>
        <pc:spChg chg="add mod">
          <ac:chgData name="Xin Luo" userId="82312ee5779919a4" providerId="LiveId" clId="{3C4A7AF4-6488-5041-B432-D36EF53163D3}" dt="2023-02-23T07:25:49.454" v="2316"/>
          <ac:spMkLst>
            <pc:docMk/>
            <pc:sldMk cId="1209572041" sldId="2722"/>
            <ac:spMk id="14" creationId="{0DADB612-499B-577C-8C56-FA81A4204DD1}"/>
          </ac:spMkLst>
        </pc:spChg>
        <pc:spChg chg="del">
          <ac:chgData name="Xin Luo" userId="82312ee5779919a4" providerId="LiveId" clId="{3C4A7AF4-6488-5041-B432-D36EF53163D3}" dt="2023-02-23T01:32:29.566" v="1590" actId="478"/>
          <ac:spMkLst>
            <pc:docMk/>
            <pc:sldMk cId="1209572041" sldId="2722"/>
            <ac:spMk id="15" creationId="{8F7436BD-0CD5-04DA-2B44-925CE86CF70D}"/>
          </ac:spMkLst>
        </pc:spChg>
        <pc:spChg chg="del">
          <ac:chgData name="Xin Luo" userId="82312ee5779919a4" providerId="LiveId" clId="{3C4A7AF4-6488-5041-B432-D36EF53163D3}" dt="2023-02-23T01:32:29.566" v="1590" actId="478"/>
          <ac:spMkLst>
            <pc:docMk/>
            <pc:sldMk cId="1209572041" sldId="2722"/>
            <ac:spMk id="16" creationId="{5E1E7D79-A815-9A32-ABAB-129BFCE643F1}"/>
          </ac:spMkLst>
        </pc:spChg>
        <pc:spChg chg="del">
          <ac:chgData name="Xin Luo" userId="82312ee5779919a4" providerId="LiveId" clId="{3C4A7AF4-6488-5041-B432-D36EF53163D3}" dt="2023-02-23T01:32:26.511" v="1589" actId="478"/>
          <ac:spMkLst>
            <pc:docMk/>
            <pc:sldMk cId="1209572041" sldId="2722"/>
            <ac:spMk id="17" creationId="{9E05FFCA-3371-AF5C-381D-71D984055F5A}"/>
          </ac:spMkLst>
        </pc:sp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7" creationId="{C7993E05-4ADB-9D0C-E633-5749F445E479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" creationId="{26D555B6-DE11-BF17-8D9F-B5F93A876835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28" creationId="{9FA49340-63F1-4959-1786-FD893DE76CE9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30" creationId="{35CDAC06-D9CF-2AC8-535E-A1B01EC14218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32" creationId="{AFE202E8-A338-4627-93EE-5AD65BEE9525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34" creationId="{D5CBEF68-23C0-8F4A-FA5F-CB6BCAE76176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36" creationId="{5E2738F1-9461-1F5B-3007-2AA2AD20C330}"/>
          </ac:picMkLst>
        </pc:picChg>
        <pc:cxnChg chg="del">
          <ac:chgData name="Xin Luo" userId="82312ee5779919a4" providerId="LiveId" clId="{3C4A7AF4-6488-5041-B432-D36EF53163D3}" dt="2023-02-23T01:32:29.566" v="1590" actId="478"/>
          <ac:cxnSpMkLst>
            <pc:docMk/>
            <pc:sldMk cId="1209572041" sldId="2722"/>
            <ac:cxnSpMk id="12" creationId="{78FA799A-1F2C-F1DA-9F71-B1B8AFBC5758}"/>
          </ac:cxnSpMkLst>
        </pc:cxnChg>
      </pc:sldChg>
      <pc:sldChg chg="add del">
        <pc:chgData name="Xin Luo" userId="82312ee5779919a4" providerId="LiveId" clId="{3C4A7AF4-6488-5041-B432-D36EF53163D3}" dt="2023-02-23T01:15:26.280" v="1535"/>
        <pc:sldMkLst>
          <pc:docMk/>
          <pc:sldMk cId="1287359691" sldId="2722"/>
        </pc:sldMkLst>
      </pc:sldChg>
      <pc:sldChg chg="add del">
        <pc:chgData name="Xin Luo" userId="82312ee5779919a4" providerId="LiveId" clId="{3C4A7AF4-6488-5041-B432-D36EF53163D3}" dt="2023-02-23T04:49:30.686" v="1883" actId="2696"/>
        <pc:sldMkLst>
          <pc:docMk/>
          <pc:sldMk cId="510300836" sldId="2723"/>
        </pc:sldMkLst>
      </pc:sldChg>
      <pc:sldChg chg="addSp delSp modSp add del mod">
        <pc:chgData name="Xin Luo" userId="82312ee5779919a4" providerId="LiveId" clId="{3C4A7AF4-6488-5041-B432-D36EF53163D3}" dt="2023-02-23T07:26:33.576" v="2330" actId="2696"/>
        <pc:sldMkLst>
          <pc:docMk/>
          <pc:sldMk cId="2794277739" sldId="2723"/>
        </pc:sldMkLst>
        <pc:spChg chg="mod">
          <ac:chgData name="Xin Luo" userId="82312ee5779919a4" providerId="LiveId" clId="{3C4A7AF4-6488-5041-B432-D36EF53163D3}" dt="2023-02-23T07:06:24.407" v="1980" actId="20577"/>
          <ac:spMkLst>
            <pc:docMk/>
            <pc:sldMk cId="2794277739" sldId="2723"/>
            <ac:spMk id="2" creationId="{631AADB6-C88A-D817-4683-FC087E4E240F}"/>
          </ac:spMkLst>
        </pc:spChg>
        <pc:spChg chg="add mod">
          <ac:chgData name="Xin Luo" userId="82312ee5779919a4" providerId="LiveId" clId="{3C4A7AF4-6488-5041-B432-D36EF53163D3}" dt="2023-02-23T07:19:15.938" v="2297" actId="1076"/>
          <ac:spMkLst>
            <pc:docMk/>
            <pc:sldMk cId="2794277739" sldId="2723"/>
            <ac:spMk id="4" creationId="{7D2A1925-7BBA-27BB-70E3-C015303A4605}"/>
          </ac:spMkLst>
        </pc:spChg>
        <pc:spChg chg="mod">
          <ac:chgData name="Xin Luo" userId="82312ee5779919a4" providerId="LiveId" clId="{3C4A7AF4-6488-5041-B432-D36EF53163D3}" dt="2023-02-23T07:19:11.984" v="2296" actId="1035"/>
          <ac:spMkLst>
            <pc:docMk/>
            <pc:sldMk cId="2794277739" sldId="2723"/>
            <ac:spMk id="5" creationId="{FCD10A89-5E0E-5D73-1D4F-9E11D943B29C}"/>
          </ac:spMkLst>
        </pc:spChg>
        <pc:spChg chg="add del mod">
          <ac:chgData name="Xin Luo" userId="82312ee5779919a4" providerId="LiveId" clId="{3C4A7AF4-6488-5041-B432-D36EF53163D3}" dt="2023-02-23T07:18:49.470" v="2269" actId="478"/>
          <ac:spMkLst>
            <pc:docMk/>
            <pc:sldMk cId="2794277739" sldId="2723"/>
            <ac:spMk id="6" creationId="{0CFC768D-C6B8-7C78-18C8-88120E1BA164}"/>
          </ac:spMkLst>
        </pc:spChg>
      </pc:sldChg>
      <pc:sldChg chg="addSp delSp new del mod">
        <pc:chgData name="Xin Luo" userId="82312ee5779919a4" providerId="LiveId" clId="{3C4A7AF4-6488-5041-B432-D36EF53163D3}" dt="2023-02-23T07:57:59.493" v="2582" actId="2696"/>
        <pc:sldMkLst>
          <pc:docMk/>
          <pc:sldMk cId="2812212654" sldId="2723"/>
        </pc:sldMkLst>
        <pc:spChg chg="add del">
          <ac:chgData name="Xin Luo" userId="82312ee5779919a4" providerId="LiveId" clId="{3C4A7AF4-6488-5041-B432-D36EF53163D3}" dt="2023-02-23T07:57:53.654" v="2580" actId="478"/>
          <ac:spMkLst>
            <pc:docMk/>
            <pc:sldMk cId="2812212654" sldId="2723"/>
            <ac:spMk id="5" creationId="{32DB6C91-4B3F-C593-6DD6-5D44AE8A16A1}"/>
          </ac:spMkLst>
        </pc:spChg>
      </pc:sldChg>
      <pc:sldChg chg="delSp modSp add del mod">
        <pc:chgData name="Xin Luo" userId="82312ee5779919a4" providerId="LiveId" clId="{3C4A7AF4-6488-5041-B432-D36EF53163D3}" dt="2023-02-23T07:58:40.953" v="2629" actId="2696"/>
        <pc:sldMkLst>
          <pc:docMk/>
          <pc:sldMk cId="1937332499" sldId="2724"/>
        </pc:sldMkLst>
        <pc:spChg chg="del">
          <ac:chgData name="Xin Luo" userId="82312ee5779919a4" providerId="LiveId" clId="{3C4A7AF4-6488-5041-B432-D36EF53163D3}" dt="2023-02-23T07:58:08.084" v="2584" actId="478"/>
          <ac:spMkLst>
            <pc:docMk/>
            <pc:sldMk cId="1937332499" sldId="2724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7:58:04.716" v="2583" actId="20577"/>
          <ac:spMkLst>
            <pc:docMk/>
            <pc:sldMk cId="1937332499" sldId="2724"/>
            <ac:spMk id="5" creationId="{9F4AEA98-0C33-E82A-EB75-839D0F0B55A4}"/>
          </ac:spMkLst>
        </pc:spChg>
      </pc:sldChg>
      <pc:sldChg chg="addSp delSp modSp add mod">
        <pc:chgData name="Xin Luo" userId="82312ee5779919a4" providerId="LiveId" clId="{3C4A7AF4-6488-5041-B432-D36EF53163D3}" dt="2023-02-23T14:01:10.568" v="6309" actId="403"/>
        <pc:sldMkLst>
          <pc:docMk/>
          <pc:sldMk cId="353940032" sldId="2725"/>
        </pc:sldMkLst>
        <pc:spChg chg="del">
          <ac:chgData name="Xin Luo" userId="82312ee5779919a4" providerId="LiveId" clId="{3C4A7AF4-6488-5041-B432-D36EF53163D3}" dt="2023-02-23T07:58:44.285" v="2630" actId="478"/>
          <ac:spMkLst>
            <pc:docMk/>
            <pc:sldMk cId="353940032" sldId="2725"/>
            <ac:spMk id="5" creationId="{9F4AEA98-0C33-E82A-EB75-839D0F0B55A4}"/>
          </ac:spMkLst>
        </pc:spChg>
        <pc:spChg chg="add del mod">
          <ac:chgData name="Xin Luo" userId="82312ee5779919a4" providerId="LiveId" clId="{3C4A7AF4-6488-5041-B432-D36EF53163D3}" dt="2023-02-23T08:03:26.952" v="2830" actId="478"/>
          <ac:spMkLst>
            <pc:docMk/>
            <pc:sldMk cId="353940032" sldId="2725"/>
            <ac:spMk id="8" creationId="{B4BD9B36-DD0F-C605-CD8A-4496EF1E69FB}"/>
          </ac:spMkLst>
        </pc:spChg>
        <pc:spChg chg="add del mod">
          <ac:chgData name="Xin Luo" userId="82312ee5779919a4" providerId="LiveId" clId="{3C4A7AF4-6488-5041-B432-D36EF53163D3}" dt="2023-02-23T08:17:02.315" v="2960" actId="478"/>
          <ac:spMkLst>
            <pc:docMk/>
            <pc:sldMk cId="353940032" sldId="2725"/>
            <ac:spMk id="9" creationId="{C5D5B32B-C0A4-3998-E51B-D49719750C93}"/>
          </ac:spMkLst>
        </pc:spChg>
        <pc:spChg chg="add del">
          <ac:chgData name="Xin Luo" userId="82312ee5779919a4" providerId="LiveId" clId="{3C4A7AF4-6488-5041-B432-D36EF53163D3}" dt="2023-02-23T08:13:11.506" v="2838" actId="22"/>
          <ac:spMkLst>
            <pc:docMk/>
            <pc:sldMk cId="353940032" sldId="2725"/>
            <ac:spMk id="11" creationId="{394DCEF2-1A72-55F4-C8F5-0A6F901EB8C5}"/>
          </ac:spMkLst>
        </pc:spChg>
        <pc:spChg chg="add del mod">
          <ac:chgData name="Xin Luo" userId="82312ee5779919a4" providerId="LiveId" clId="{3C4A7AF4-6488-5041-B432-D36EF53163D3}" dt="2023-02-23T08:13:58.411" v="2853" actId="478"/>
          <ac:spMkLst>
            <pc:docMk/>
            <pc:sldMk cId="353940032" sldId="2725"/>
            <ac:spMk id="14" creationId="{CB13D4B6-397A-405A-F3FA-3AB8A074904A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18" creationId="{EA1F849C-A369-B918-F9E4-7A2F143D4F50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23" creationId="{86451A61-9A98-4F6C-FD33-95BBB6A82E9B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27" creationId="{B5505DF4-B06F-0E86-A93E-D8AA97280A97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32" creationId="{4C666A96-1F83-4E49-2237-FBD1F6223EE5}"/>
          </ac:spMkLst>
        </pc:spChg>
        <pc:spChg chg="add del mod">
          <ac:chgData name="Xin Luo" userId="82312ee5779919a4" providerId="LiveId" clId="{3C4A7AF4-6488-5041-B432-D36EF53163D3}" dt="2023-02-23T08:17:34.201" v="2978" actId="478"/>
          <ac:spMkLst>
            <pc:docMk/>
            <pc:sldMk cId="353940032" sldId="2725"/>
            <ac:spMk id="33" creationId="{58A165C7-14DF-84A3-969A-9CD45F1DCE16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36" creationId="{61265673-F240-13EE-D023-1E17A69A2015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41" creationId="{4AEBC326-1609-596B-8537-39F116527A31}"/>
          </ac:spMkLst>
        </pc:spChg>
        <pc:spChg chg="add mod">
          <ac:chgData name="Xin Luo" userId="82312ee5779919a4" providerId="LiveId" clId="{3C4A7AF4-6488-5041-B432-D36EF53163D3}" dt="2023-02-23T14:01:10.568" v="6309" actId="403"/>
          <ac:spMkLst>
            <pc:docMk/>
            <pc:sldMk cId="353940032" sldId="2725"/>
            <ac:spMk id="52" creationId="{BDCBD33D-9B4F-EBEE-30C8-194823DDF5C4}"/>
          </ac:spMkLst>
        </pc:spChg>
        <pc:picChg chg="add del mod">
          <ac:chgData name="Xin Luo" userId="82312ee5779919a4" providerId="LiveId" clId="{3C4A7AF4-6488-5041-B432-D36EF53163D3}" dt="2023-02-23T07:59:45.150" v="2636" actId="478"/>
          <ac:picMkLst>
            <pc:docMk/>
            <pc:sldMk cId="353940032" sldId="2725"/>
            <ac:picMk id="6" creationId="{ABF2538E-3931-684C-5309-B671AB9AA143}"/>
          </ac:picMkLst>
        </pc:picChg>
        <pc:picChg chg="add mod">
          <ac:chgData name="Xin Luo" userId="82312ee5779919a4" providerId="LiveId" clId="{3C4A7AF4-6488-5041-B432-D36EF53163D3}" dt="2023-02-23T14:01:07.716" v="6308" actId="1037"/>
          <ac:picMkLst>
            <pc:docMk/>
            <pc:sldMk cId="353940032" sldId="2725"/>
            <ac:picMk id="13" creationId="{8C9C030C-3B7C-019D-DCD0-031FFB65880B}"/>
          </ac:picMkLst>
        </pc:picChg>
        <pc:picChg chg="add del mod">
          <ac:chgData name="Xin Luo" userId="82312ee5779919a4" providerId="LiveId" clId="{3C4A7AF4-6488-5041-B432-D36EF53163D3}" dt="2023-02-23T08:14:05.156" v="2855"/>
          <ac:picMkLst>
            <pc:docMk/>
            <pc:sldMk cId="353940032" sldId="2725"/>
            <ac:picMk id="16" creationId="{77387614-61CB-0F04-BCF9-79224E134DDE}"/>
          </ac:picMkLst>
        </pc:picChg>
        <pc:picChg chg="add del mod">
          <ac:chgData name="Xin Luo" userId="82312ee5779919a4" providerId="LiveId" clId="{3C4A7AF4-6488-5041-B432-D36EF53163D3}" dt="2023-02-23T08:13:09.198" v="2836" actId="478"/>
          <ac:picMkLst>
            <pc:docMk/>
            <pc:sldMk cId="353940032" sldId="2725"/>
            <ac:picMk id="7170" creationId="{597AA3CD-2B11-EA12-7C93-7AEDDD1C97EB}"/>
          </ac:picMkLst>
        </pc:picChg>
        <pc:cxnChg chg="add mod">
          <ac:chgData name="Xin Luo" userId="82312ee5779919a4" providerId="LiveId" clId="{3C4A7AF4-6488-5041-B432-D36EF53163D3}" dt="2023-02-23T14:01:07.716" v="6308" actId="1037"/>
          <ac:cxnSpMkLst>
            <pc:docMk/>
            <pc:sldMk cId="353940032" sldId="2725"/>
            <ac:cxnSpMk id="20" creationId="{F2DADA90-0297-320A-7A9B-7BCB73C8D266}"/>
          </ac:cxnSpMkLst>
        </pc:cxnChg>
        <pc:cxnChg chg="add mod">
          <ac:chgData name="Xin Luo" userId="82312ee5779919a4" providerId="LiveId" clId="{3C4A7AF4-6488-5041-B432-D36EF53163D3}" dt="2023-02-23T14:01:07.716" v="6308" actId="1037"/>
          <ac:cxnSpMkLst>
            <pc:docMk/>
            <pc:sldMk cId="353940032" sldId="2725"/>
            <ac:cxnSpMk id="24" creationId="{82FB81A3-8873-C2B6-3A89-83770CDB4D12}"/>
          </ac:cxnSpMkLst>
        </pc:cxnChg>
        <pc:cxnChg chg="add mod">
          <ac:chgData name="Xin Luo" userId="82312ee5779919a4" providerId="LiveId" clId="{3C4A7AF4-6488-5041-B432-D36EF53163D3}" dt="2023-02-23T14:01:07.716" v="6308" actId="1037"/>
          <ac:cxnSpMkLst>
            <pc:docMk/>
            <pc:sldMk cId="353940032" sldId="2725"/>
            <ac:cxnSpMk id="28" creationId="{69368A4A-1E30-C7FF-93A8-823E0BFFDDAF}"/>
          </ac:cxnSpMkLst>
        </pc:cxnChg>
        <pc:cxnChg chg="add del mod">
          <ac:chgData name="Xin Luo" userId="82312ee5779919a4" providerId="LiveId" clId="{3C4A7AF4-6488-5041-B432-D36EF53163D3}" dt="2023-02-23T08:16:31.548" v="2938" actId="478"/>
          <ac:cxnSpMkLst>
            <pc:docMk/>
            <pc:sldMk cId="353940032" sldId="2725"/>
            <ac:cxnSpMk id="34" creationId="{BE0EC96C-0881-8776-2467-19FDCB952D04}"/>
          </ac:cxnSpMkLst>
        </pc:cxnChg>
        <pc:cxnChg chg="add mod">
          <ac:chgData name="Xin Luo" userId="82312ee5779919a4" providerId="LiveId" clId="{3C4A7AF4-6488-5041-B432-D36EF53163D3}" dt="2023-02-23T14:01:07.716" v="6308" actId="1037"/>
          <ac:cxnSpMkLst>
            <pc:docMk/>
            <pc:sldMk cId="353940032" sldId="2725"/>
            <ac:cxnSpMk id="37" creationId="{ED1D5863-9CEA-F4CB-B242-8166548C4786}"/>
          </ac:cxnSpMkLst>
        </pc:cxnChg>
        <pc:cxnChg chg="add mod">
          <ac:chgData name="Xin Luo" userId="82312ee5779919a4" providerId="LiveId" clId="{3C4A7AF4-6488-5041-B432-D36EF53163D3}" dt="2023-02-23T14:01:07.716" v="6308" actId="1037"/>
          <ac:cxnSpMkLst>
            <pc:docMk/>
            <pc:sldMk cId="353940032" sldId="2725"/>
            <ac:cxnSpMk id="43" creationId="{C3F4E5FF-54E3-E9AA-5351-C586D6201A32}"/>
          </ac:cxnSpMkLst>
        </pc:cxnChg>
      </pc:sldChg>
      <pc:sldChg chg="addSp delSp modSp add mod">
        <pc:chgData name="Xin Luo" userId="82312ee5779919a4" providerId="LiveId" clId="{3C4A7AF4-6488-5041-B432-D36EF53163D3}" dt="2023-02-23T08:31:04.830" v="3778" actId="113"/>
        <pc:sldMkLst>
          <pc:docMk/>
          <pc:sldMk cId="45083394" sldId="2726"/>
        </pc:sldMkLst>
        <pc:spChg chg="mod">
          <ac:chgData name="Xin Luo" userId="82312ee5779919a4" providerId="LiveId" clId="{3C4A7AF4-6488-5041-B432-D36EF53163D3}" dt="2023-02-23T08:22:15.262" v="3115" actId="20577"/>
          <ac:spMkLst>
            <pc:docMk/>
            <pc:sldMk cId="45083394" sldId="2726"/>
            <ac:spMk id="2" creationId="{631AADB6-C88A-D817-4683-FC087E4E240F}"/>
          </ac:spMkLst>
        </pc:spChg>
        <pc:spChg chg="add mod">
          <ac:chgData name="Xin Luo" userId="82312ee5779919a4" providerId="LiveId" clId="{3C4A7AF4-6488-5041-B432-D36EF53163D3}" dt="2023-02-23T08:28:50.576" v="3636" actId="21"/>
          <ac:spMkLst>
            <pc:docMk/>
            <pc:sldMk cId="45083394" sldId="2726"/>
            <ac:spMk id="4" creationId="{D9BBA39C-AB76-6753-5B9C-0A4D018B0DED}"/>
          </ac:spMkLst>
        </pc:spChg>
        <pc:spChg chg="add mod">
          <ac:chgData name="Xin Luo" userId="82312ee5779919a4" providerId="LiveId" clId="{3C4A7AF4-6488-5041-B432-D36EF53163D3}" dt="2023-02-23T08:29:47.843" v="3720" actId="20577"/>
          <ac:spMkLst>
            <pc:docMk/>
            <pc:sldMk cId="45083394" sldId="2726"/>
            <ac:spMk id="8" creationId="{D11D64FF-DB4E-870B-A0A7-C88F2B6D8D18}"/>
          </ac:spMkLst>
        </pc:spChg>
        <pc:spChg chg="add mod">
          <ac:chgData name="Xin Luo" userId="82312ee5779919a4" providerId="LiveId" clId="{3C4A7AF4-6488-5041-B432-D36EF53163D3}" dt="2023-02-23T08:31:04.830" v="3778" actId="113"/>
          <ac:spMkLst>
            <pc:docMk/>
            <pc:sldMk cId="45083394" sldId="2726"/>
            <ac:spMk id="9" creationId="{43B7FFBD-DD4A-E963-5F79-321CB599D69F}"/>
          </ac:spMkLst>
        </pc:spChg>
        <pc:spChg chg="add mod">
          <ac:chgData name="Xin Luo" userId="82312ee5779919a4" providerId="LiveId" clId="{3C4A7AF4-6488-5041-B432-D36EF53163D3}" dt="2023-02-23T08:31:04.830" v="3778" actId="113"/>
          <ac:spMkLst>
            <pc:docMk/>
            <pc:sldMk cId="45083394" sldId="2726"/>
            <ac:spMk id="10" creationId="{169CC821-AC60-1C05-1AAB-8774F66B13FE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18" creationId="{EA1F849C-A369-B918-F9E4-7A2F143D4F50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23" creationId="{86451A61-9A98-4F6C-FD33-95BBB6A82E9B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27" creationId="{B5505DF4-B06F-0E86-A93E-D8AA97280A97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32" creationId="{4C666A96-1F83-4E49-2237-FBD1F6223EE5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36" creationId="{61265673-F240-13EE-D023-1E17A69A2015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41" creationId="{4AEBC326-1609-596B-8537-39F116527A31}"/>
          </ac:spMkLst>
        </pc:spChg>
        <pc:spChg chg="del">
          <ac:chgData name="Xin Luo" userId="82312ee5779919a4" providerId="LiveId" clId="{3C4A7AF4-6488-5041-B432-D36EF53163D3}" dt="2023-02-23T08:20:57.243" v="3036" actId="478"/>
          <ac:spMkLst>
            <pc:docMk/>
            <pc:sldMk cId="45083394" sldId="2726"/>
            <ac:spMk id="52" creationId="{BDCBD33D-9B4F-EBEE-30C8-194823DDF5C4}"/>
          </ac:spMkLst>
        </pc:spChg>
        <pc:picChg chg="add mod">
          <ac:chgData name="Xin Luo" userId="82312ee5779919a4" providerId="LiveId" clId="{3C4A7AF4-6488-5041-B432-D36EF53163D3}" dt="2023-02-23T08:29:04.406" v="3641" actId="1076"/>
          <ac:picMkLst>
            <pc:docMk/>
            <pc:sldMk cId="45083394" sldId="2726"/>
            <ac:picMk id="6" creationId="{8F0ECEE9-414A-4841-4298-78B3FB0882AD}"/>
          </ac:picMkLst>
        </pc:picChg>
        <pc:picChg chg="del">
          <ac:chgData name="Xin Luo" userId="82312ee5779919a4" providerId="LiveId" clId="{3C4A7AF4-6488-5041-B432-D36EF53163D3}" dt="2023-02-23T08:20:54.394" v="3035" actId="478"/>
          <ac:picMkLst>
            <pc:docMk/>
            <pc:sldMk cId="45083394" sldId="2726"/>
            <ac:picMk id="13" creationId="{8C9C030C-3B7C-019D-DCD0-031FFB65880B}"/>
          </ac:picMkLst>
        </pc:picChg>
        <pc:cxnChg chg="add mod">
          <ac:chgData name="Xin Luo" userId="82312ee5779919a4" providerId="LiveId" clId="{3C4A7AF4-6488-5041-B432-D36EF53163D3}" dt="2023-02-23T08:30:42.382" v="3770" actId="13822"/>
          <ac:cxnSpMkLst>
            <pc:docMk/>
            <pc:sldMk cId="45083394" sldId="2726"/>
            <ac:cxnSpMk id="12" creationId="{A43ECA29-12BC-846A-2DE4-6FB5931244DE}"/>
          </ac:cxnSpMkLst>
        </pc:cxnChg>
        <pc:cxnChg chg="add mod">
          <ac:chgData name="Xin Luo" userId="82312ee5779919a4" providerId="LiveId" clId="{3C4A7AF4-6488-5041-B432-D36EF53163D3}" dt="2023-02-23T08:30:54.723" v="3774" actId="14100"/>
          <ac:cxnSpMkLst>
            <pc:docMk/>
            <pc:sldMk cId="45083394" sldId="2726"/>
            <ac:cxnSpMk id="14" creationId="{6561B644-72BB-3413-18C9-17D070F6E82C}"/>
          </ac:cxnSpMkLst>
        </pc:cxnChg>
        <pc:cxnChg chg="del mod">
          <ac:chgData name="Xin Luo" userId="82312ee5779919a4" providerId="LiveId" clId="{3C4A7AF4-6488-5041-B432-D36EF53163D3}" dt="2023-02-23T08:20:54.394" v="3035" actId="478"/>
          <ac:cxnSpMkLst>
            <pc:docMk/>
            <pc:sldMk cId="45083394" sldId="2726"/>
            <ac:cxnSpMk id="20" creationId="{F2DADA90-0297-320A-7A9B-7BCB73C8D266}"/>
          </ac:cxnSpMkLst>
        </pc:cxnChg>
        <pc:cxnChg chg="del mod">
          <ac:chgData name="Xin Luo" userId="82312ee5779919a4" providerId="LiveId" clId="{3C4A7AF4-6488-5041-B432-D36EF53163D3}" dt="2023-02-23T08:20:54.394" v="3035" actId="478"/>
          <ac:cxnSpMkLst>
            <pc:docMk/>
            <pc:sldMk cId="45083394" sldId="2726"/>
            <ac:cxnSpMk id="24" creationId="{82FB81A3-8873-C2B6-3A89-83770CDB4D12}"/>
          </ac:cxnSpMkLst>
        </pc:cxnChg>
        <pc:cxnChg chg="del mod">
          <ac:chgData name="Xin Luo" userId="82312ee5779919a4" providerId="LiveId" clId="{3C4A7AF4-6488-5041-B432-D36EF53163D3}" dt="2023-02-23T08:20:54.394" v="3035" actId="478"/>
          <ac:cxnSpMkLst>
            <pc:docMk/>
            <pc:sldMk cId="45083394" sldId="2726"/>
            <ac:cxnSpMk id="28" creationId="{69368A4A-1E30-C7FF-93A8-823E0BFFDDAF}"/>
          </ac:cxnSpMkLst>
        </pc:cxnChg>
        <pc:cxnChg chg="del mod">
          <ac:chgData name="Xin Luo" userId="82312ee5779919a4" providerId="LiveId" clId="{3C4A7AF4-6488-5041-B432-D36EF53163D3}" dt="2023-02-23T08:20:54.394" v="3035" actId="478"/>
          <ac:cxnSpMkLst>
            <pc:docMk/>
            <pc:sldMk cId="45083394" sldId="2726"/>
            <ac:cxnSpMk id="37" creationId="{ED1D5863-9CEA-F4CB-B242-8166548C4786}"/>
          </ac:cxnSpMkLst>
        </pc:cxnChg>
        <pc:cxnChg chg="del mod">
          <ac:chgData name="Xin Luo" userId="82312ee5779919a4" providerId="LiveId" clId="{3C4A7AF4-6488-5041-B432-D36EF53163D3}" dt="2023-02-23T08:20:54.394" v="3035" actId="478"/>
          <ac:cxnSpMkLst>
            <pc:docMk/>
            <pc:sldMk cId="45083394" sldId="2726"/>
            <ac:cxnSpMk id="43" creationId="{C3F4E5FF-54E3-E9AA-5351-C586D6201A32}"/>
          </ac:cxnSpMkLst>
        </pc:cxnChg>
      </pc:sldChg>
      <pc:sldChg chg="addSp delSp modSp add mod">
        <pc:chgData name="Xin Luo" userId="82312ee5779919a4" providerId="LiveId" clId="{3C4A7AF4-6488-5041-B432-D36EF53163D3}" dt="2023-02-23T09:13:39.268" v="5260" actId="1076"/>
        <pc:sldMkLst>
          <pc:docMk/>
          <pc:sldMk cId="148985918" sldId="2727"/>
        </pc:sldMkLst>
        <pc:spChg chg="mod">
          <ac:chgData name="Xin Luo" userId="82312ee5779919a4" providerId="LiveId" clId="{3C4A7AF4-6488-5041-B432-D36EF53163D3}" dt="2023-02-23T09:02:50.639" v="4813" actId="20577"/>
          <ac:spMkLst>
            <pc:docMk/>
            <pc:sldMk cId="148985918" sldId="2727"/>
            <ac:spMk id="2" creationId="{631AADB6-C88A-D817-4683-FC087E4E240F}"/>
          </ac:spMkLst>
        </pc:spChg>
        <pc:spChg chg="add mod">
          <ac:chgData name="Xin Luo" userId="82312ee5779919a4" providerId="LiveId" clId="{3C4A7AF4-6488-5041-B432-D36EF53163D3}" dt="2023-02-23T09:13:32.099" v="5259" actId="20577"/>
          <ac:spMkLst>
            <pc:docMk/>
            <pc:sldMk cId="148985918" sldId="2727"/>
            <ac:spMk id="8" creationId="{BE76C63F-77AB-4EA1-EEE4-7A2884A0CA66}"/>
          </ac:spMkLst>
        </pc:spChg>
        <pc:spChg chg="add mod">
          <ac:chgData name="Xin Luo" userId="82312ee5779919a4" providerId="LiveId" clId="{3C4A7AF4-6488-5041-B432-D36EF53163D3}" dt="2023-02-23T09:06:57.700" v="4996" actId="164"/>
          <ac:spMkLst>
            <pc:docMk/>
            <pc:sldMk cId="148985918" sldId="2727"/>
            <ac:spMk id="9" creationId="{2A57F97B-233C-EA66-362B-DE220896F614}"/>
          </ac:spMkLst>
        </pc:spChg>
        <pc:spChg chg="add mod">
          <ac:chgData name="Xin Luo" userId="82312ee5779919a4" providerId="LiveId" clId="{3C4A7AF4-6488-5041-B432-D36EF53163D3}" dt="2023-02-23T09:06:57.700" v="4996" actId="164"/>
          <ac:spMkLst>
            <pc:docMk/>
            <pc:sldMk cId="148985918" sldId="2727"/>
            <ac:spMk id="10" creationId="{05061545-3FDF-F0F7-4A20-489EFC9330A5}"/>
          </ac:spMkLst>
        </pc:spChg>
        <pc:spChg chg="add del mod">
          <ac:chgData name="Xin Luo" userId="82312ee5779919a4" providerId="LiveId" clId="{3C4A7AF4-6488-5041-B432-D36EF53163D3}" dt="2023-02-23T09:07:43.842" v="5057" actId="478"/>
          <ac:spMkLst>
            <pc:docMk/>
            <pc:sldMk cId="148985918" sldId="2727"/>
            <ac:spMk id="14" creationId="{2A050FDD-5C29-A58A-197A-D5C19F9B5220}"/>
          </ac:spMkLst>
        </pc:spChg>
        <pc:spChg chg="add mod">
          <ac:chgData name="Xin Luo" userId="82312ee5779919a4" providerId="LiveId" clId="{3C4A7AF4-6488-5041-B432-D36EF53163D3}" dt="2023-02-23T09:09:33.604" v="5094" actId="164"/>
          <ac:spMkLst>
            <pc:docMk/>
            <pc:sldMk cId="148985918" sldId="2727"/>
            <ac:spMk id="15" creationId="{DF93D913-36DA-AAF7-8561-3F9531FE4A54}"/>
          </ac:spMkLst>
        </pc:spChg>
        <pc:spChg chg="add mod">
          <ac:chgData name="Xin Luo" userId="82312ee5779919a4" providerId="LiveId" clId="{3C4A7AF4-6488-5041-B432-D36EF53163D3}" dt="2023-02-23T09:09:33.604" v="5094" actId="164"/>
          <ac:spMkLst>
            <pc:docMk/>
            <pc:sldMk cId="148985918" sldId="2727"/>
            <ac:spMk id="16" creationId="{A455D8E5-C706-2A45-C85C-DFAC15A06B89}"/>
          </ac:spMkLst>
        </pc:spChg>
        <pc:grpChg chg="add mod">
          <ac:chgData name="Xin Luo" userId="82312ee5779919a4" providerId="LiveId" clId="{3C4A7AF4-6488-5041-B432-D36EF53163D3}" dt="2023-02-23T09:13:39.268" v="5260" actId="1076"/>
          <ac:grpSpMkLst>
            <pc:docMk/>
            <pc:sldMk cId="148985918" sldId="2727"/>
            <ac:grpSpMk id="13" creationId="{1FD0C9A9-218B-07EF-0C27-42925534088E}"/>
          </ac:grpSpMkLst>
        </pc:grpChg>
        <pc:grpChg chg="add mod">
          <ac:chgData name="Xin Luo" userId="82312ee5779919a4" providerId="LiveId" clId="{3C4A7AF4-6488-5041-B432-D36EF53163D3}" dt="2023-02-23T09:13:39.268" v="5260" actId="1076"/>
          <ac:grpSpMkLst>
            <pc:docMk/>
            <pc:sldMk cId="148985918" sldId="2727"/>
            <ac:grpSpMk id="17" creationId="{48848DA8-CFA1-BCEC-5CB7-145BDC28B35D}"/>
          </ac:grpSpMkLst>
        </pc:grpChg>
        <pc:picChg chg="add del mod">
          <ac:chgData name="Xin Luo" userId="82312ee5779919a4" providerId="LiveId" clId="{3C4A7AF4-6488-5041-B432-D36EF53163D3}" dt="2023-02-23T08:54:57.402" v="4456" actId="21"/>
          <ac:picMkLst>
            <pc:docMk/>
            <pc:sldMk cId="148985918" sldId="2727"/>
            <ac:picMk id="5" creationId="{EBA5FE03-5125-C70A-F513-A5C24B3C1A14}"/>
          </ac:picMkLst>
        </pc:picChg>
        <pc:picChg chg="add mod">
          <ac:chgData name="Xin Luo" userId="82312ee5779919a4" providerId="LiveId" clId="{3C4A7AF4-6488-5041-B432-D36EF53163D3}" dt="2023-02-23T09:06:57.700" v="4996" actId="164"/>
          <ac:picMkLst>
            <pc:docMk/>
            <pc:sldMk cId="148985918" sldId="2727"/>
            <ac:picMk id="7" creationId="{2A956C61-5B6E-D321-B51C-B54690362CE0}"/>
          </ac:picMkLst>
        </pc:picChg>
        <pc:picChg chg="add mod">
          <ac:chgData name="Xin Luo" userId="82312ee5779919a4" providerId="LiveId" clId="{3C4A7AF4-6488-5041-B432-D36EF53163D3}" dt="2023-02-23T09:09:33.604" v="5094" actId="164"/>
          <ac:picMkLst>
            <pc:docMk/>
            <pc:sldMk cId="148985918" sldId="2727"/>
            <ac:picMk id="12" creationId="{66610A52-7A60-4351-A358-E26F160E7D72}"/>
          </ac:picMkLst>
        </pc:picChg>
      </pc:sldChg>
      <pc:sldChg chg="addSp delSp modSp add mod">
        <pc:chgData name="Xin Luo" userId="82312ee5779919a4" providerId="LiveId" clId="{3C4A7AF4-6488-5041-B432-D36EF53163D3}" dt="2023-02-23T08:32:21.875" v="3790" actId="1076"/>
        <pc:sldMkLst>
          <pc:docMk/>
          <pc:sldMk cId="3544980656" sldId="2728"/>
        </pc:sldMkLst>
        <pc:spChg chg="del">
          <ac:chgData name="Xin Luo" userId="82312ee5779919a4" providerId="LiveId" clId="{3C4A7AF4-6488-5041-B432-D36EF53163D3}" dt="2023-02-23T08:31:33.135" v="3781" actId="478"/>
          <ac:spMkLst>
            <pc:docMk/>
            <pc:sldMk cId="3544980656" sldId="2728"/>
            <ac:spMk id="4" creationId="{D9BBA39C-AB76-6753-5B9C-0A4D018B0DED}"/>
          </ac:spMkLst>
        </pc:spChg>
        <pc:spChg chg="del">
          <ac:chgData name="Xin Luo" userId="82312ee5779919a4" providerId="LiveId" clId="{3C4A7AF4-6488-5041-B432-D36EF53163D3}" dt="2023-02-23T08:31:29.753" v="3780" actId="478"/>
          <ac:spMkLst>
            <pc:docMk/>
            <pc:sldMk cId="3544980656" sldId="2728"/>
            <ac:spMk id="8" creationId="{D11D64FF-DB4E-870B-A0A7-C88F2B6D8D18}"/>
          </ac:spMkLst>
        </pc:spChg>
        <pc:spChg chg="del">
          <ac:chgData name="Xin Luo" userId="82312ee5779919a4" providerId="LiveId" clId="{3C4A7AF4-6488-5041-B432-D36EF53163D3}" dt="2023-02-23T08:31:36.177" v="3782" actId="478"/>
          <ac:spMkLst>
            <pc:docMk/>
            <pc:sldMk cId="3544980656" sldId="2728"/>
            <ac:spMk id="9" creationId="{43B7FFBD-DD4A-E963-5F79-321CB599D69F}"/>
          </ac:spMkLst>
        </pc:spChg>
        <pc:spChg chg="del">
          <ac:chgData name="Xin Luo" userId="82312ee5779919a4" providerId="LiveId" clId="{3C4A7AF4-6488-5041-B432-D36EF53163D3}" dt="2023-02-23T08:31:36.177" v="3782" actId="478"/>
          <ac:spMkLst>
            <pc:docMk/>
            <pc:sldMk cId="3544980656" sldId="2728"/>
            <ac:spMk id="10" creationId="{169CC821-AC60-1C05-1AAB-8774F66B13FE}"/>
          </ac:spMkLst>
        </pc:spChg>
        <pc:picChg chg="del">
          <ac:chgData name="Xin Luo" userId="82312ee5779919a4" providerId="LiveId" clId="{3C4A7AF4-6488-5041-B432-D36EF53163D3}" dt="2023-02-23T08:31:36.177" v="3782" actId="478"/>
          <ac:picMkLst>
            <pc:docMk/>
            <pc:sldMk cId="3544980656" sldId="2728"/>
            <ac:picMk id="6" creationId="{8F0ECEE9-414A-4841-4298-78B3FB0882AD}"/>
          </ac:picMkLst>
        </pc:picChg>
        <pc:picChg chg="add mod">
          <ac:chgData name="Xin Luo" userId="82312ee5779919a4" providerId="LiveId" clId="{3C4A7AF4-6488-5041-B432-D36EF53163D3}" dt="2023-02-23T08:32:21.875" v="3790" actId="1076"/>
          <ac:picMkLst>
            <pc:docMk/>
            <pc:sldMk cId="3544980656" sldId="2728"/>
            <ac:picMk id="7" creationId="{E9C83831-84AF-EB65-1442-172F35DE9DAB}"/>
          </ac:picMkLst>
        </pc:picChg>
        <pc:cxnChg chg="del">
          <ac:chgData name="Xin Luo" userId="82312ee5779919a4" providerId="LiveId" clId="{3C4A7AF4-6488-5041-B432-D36EF53163D3}" dt="2023-02-23T08:31:36.177" v="3782" actId="478"/>
          <ac:cxnSpMkLst>
            <pc:docMk/>
            <pc:sldMk cId="3544980656" sldId="2728"/>
            <ac:cxnSpMk id="12" creationId="{A43ECA29-12BC-846A-2DE4-6FB5931244DE}"/>
          </ac:cxnSpMkLst>
        </pc:cxnChg>
        <pc:cxnChg chg="del">
          <ac:chgData name="Xin Luo" userId="82312ee5779919a4" providerId="LiveId" clId="{3C4A7AF4-6488-5041-B432-D36EF53163D3}" dt="2023-02-23T08:31:36.177" v="3782" actId="478"/>
          <ac:cxnSpMkLst>
            <pc:docMk/>
            <pc:sldMk cId="3544980656" sldId="2728"/>
            <ac:cxnSpMk id="14" creationId="{6561B644-72BB-3413-18C9-17D070F6E82C}"/>
          </ac:cxnSpMkLst>
        </pc:cxnChg>
      </pc:sldChg>
      <pc:sldChg chg="addSp delSp modSp add mod">
        <pc:chgData name="Xin Luo" userId="82312ee5779919a4" providerId="LiveId" clId="{3C4A7AF4-6488-5041-B432-D36EF53163D3}" dt="2023-02-23T09:02:43.022" v="4809" actId="20577"/>
        <pc:sldMkLst>
          <pc:docMk/>
          <pc:sldMk cId="1664139585" sldId="2729"/>
        </pc:sldMkLst>
        <pc:spChg chg="mod">
          <ac:chgData name="Xin Luo" userId="82312ee5779919a4" providerId="LiveId" clId="{3C4A7AF4-6488-5041-B432-D36EF53163D3}" dt="2023-02-23T09:02:43.022" v="4809" actId="20577"/>
          <ac:spMkLst>
            <pc:docMk/>
            <pc:sldMk cId="1664139585" sldId="2729"/>
            <ac:spMk id="2" creationId="{631AADB6-C88A-D817-4683-FC087E4E240F}"/>
          </ac:spMkLst>
        </pc:spChg>
        <pc:spChg chg="add mod">
          <ac:chgData name="Xin Luo" userId="82312ee5779919a4" providerId="LiveId" clId="{3C4A7AF4-6488-5041-B432-D36EF53163D3}" dt="2023-02-23T08:46:44.018" v="4297" actId="20577"/>
          <ac:spMkLst>
            <pc:docMk/>
            <pc:sldMk cId="1664139585" sldId="2729"/>
            <ac:spMk id="4" creationId="{A48F68EC-B4FA-96B9-0619-1D7CA71743F2}"/>
          </ac:spMkLst>
        </pc:spChg>
        <pc:spChg chg="add mod">
          <ac:chgData name="Xin Luo" userId="82312ee5779919a4" providerId="LiveId" clId="{3C4A7AF4-6488-5041-B432-D36EF53163D3}" dt="2023-02-23T08:48:14.635" v="4350" actId="404"/>
          <ac:spMkLst>
            <pc:docMk/>
            <pc:sldMk cId="1664139585" sldId="2729"/>
            <ac:spMk id="8" creationId="{9597684A-B805-E883-E79A-691F6EF9A66B}"/>
          </ac:spMkLst>
        </pc:spChg>
        <pc:spChg chg="add mod">
          <ac:chgData name="Xin Luo" userId="82312ee5779919a4" providerId="LiveId" clId="{3C4A7AF4-6488-5041-B432-D36EF53163D3}" dt="2023-02-23T08:48:14.635" v="4350" actId="404"/>
          <ac:spMkLst>
            <pc:docMk/>
            <pc:sldMk cId="1664139585" sldId="2729"/>
            <ac:spMk id="12" creationId="{E306EF68-0494-C32C-D024-73CAA4391062}"/>
          </ac:spMkLst>
        </pc:spChg>
        <pc:spChg chg="add del mod">
          <ac:chgData name="Xin Luo" userId="82312ee5779919a4" providerId="LiveId" clId="{3C4A7AF4-6488-5041-B432-D36EF53163D3}" dt="2023-02-23T08:46:58.841" v="4299"/>
          <ac:spMkLst>
            <pc:docMk/>
            <pc:sldMk cId="1664139585" sldId="2729"/>
            <ac:spMk id="13" creationId="{1F1152D4-0A0D-97DF-84F0-894EBB9433D0}"/>
          </ac:spMkLst>
        </pc:spChg>
        <pc:spChg chg="add del mod">
          <ac:chgData name="Xin Luo" userId="82312ee5779919a4" providerId="LiveId" clId="{3C4A7AF4-6488-5041-B432-D36EF53163D3}" dt="2023-02-23T08:47:04.887" v="4301"/>
          <ac:spMkLst>
            <pc:docMk/>
            <pc:sldMk cId="1664139585" sldId="2729"/>
            <ac:spMk id="14" creationId="{1002F82A-FD74-219B-01B5-80247C07A991}"/>
          </ac:spMkLst>
        </pc:spChg>
        <pc:spChg chg="add mod">
          <ac:chgData name="Xin Luo" userId="82312ee5779919a4" providerId="LiveId" clId="{3C4A7AF4-6488-5041-B432-D36EF53163D3}" dt="2023-02-23T08:48:14.635" v="4350" actId="404"/>
          <ac:spMkLst>
            <pc:docMk/>
            <pc:sldMk cId="1664139585" sldId="2729"/>
            <ac:spMk id="16" creationId="{E2DA478E-BBDA-94A9-C4E5-8DF31834C994}"/>
          </ac:spMkLst>
        </pc:spChg>
        <pc:spChg chg="add mod">
          <ac:chgData name="Xin Luo" userId="82312ee5779919a4" providerId="LiveId" clId="{3C4A7AF4-6488-5041-B432-D36EF53163D3}" dt="2023-02-23T08:48:14.635" v="4350" actId="404"/>
          <ac:spMkLst>
            <pc:docMk/>
            <pc:sldMk cId="1664139585" sldId="2729"/>
            <ac:spMk id="17" creationId="{FBB4FC8D-8E08-9397-E459-DBB800FF6754}"/>
          </ac:spMkLst>
        </pc:spChg>
        <pc:grpChg chg="add mod">
          <ac:chgData name="Xin Luo" userId="82312ee5779919a4" providerId="LiveId" clId="{3C4A7AF4-6488-5041-B432-D36EF53163D3}" dt="2023-02-23T08:47:57.186" v="4348" actId="164"/>
          <ac:grpSpMkLst>
            <pc:docMk/>
            <pc:sldMk cId="1664139585" sldId="2729"/>
            <ac:grpSpMk id="9" creationId="{AB82EF5E-36B6-4B68-763F-8260BCED7E25}"/>
          </ac:grpSpMkLst>
        </pc:grpChg>
        <pc:grpChg chg="add mod">
          <ac:chgData name="Xin Luo" userId="82312ee5779919a4" providerId="LiveId" clId="{3C4A7AF4-6488-5041-B432-D36EF53163D3}" dt="2023-02-23T08:48:31.559" v="4354" actId="1076"/>
          <ac:grpSpMkLst>
            <pc:docMk/>
            <pc:sldMk cId="1664139585" sldId="2729"/>
            <ac:grpSpMk id="18" creationId="{0DD68EE4-6630-75BA-7E39-99DB63529BEC}"/>
          </ac:grpSpMkLst>
        </pc:grpChg>
        <pc:grpChg chg="add mod">
          <ac:chgData name="Xin Luo" userId="82312ee5779919a4" providerId="LiveId" clId="{3C4A7AF4-6488-5041-B432-D36EF53163D3}" dt="2023-02-23T08:48:31.559" v="4354" actId="1076"/>
          <ac:grpSpMkLst>
            <pc:docMk/>
            <pc:sldMk cId="1664139585" sldId="2729"/>
            <ac:grpSpMk id="19" creationId="{CC13FC93-9D53-8437-285C-997C8D3C5460}"/>
          </ac:grpSpMkLst>
        </pc:grpChg>
        <pc:picChg chg="add mod">
          <ac:chgData name="Xin Luo" userId="82312ee5779919a4" providerId="LiveId" clId="{3C4A7AF4-6488-5041-B432-D36EF53163D3}" dt="2023-02-23T08:44:29.871" v="4141" actId="164"/>
          <ac:picMkLst>
            <pc:docMk/>
            <pc:sldMk cId="1664139585" sldId="2729"/>
            <ac:picMk id="6" creationId="{1DE4B58D-C83F-B09C-55FD-73CA2236BAC9}"/>
          </ac:picMkLst>
        </pc:picChg>
        <pc:picChg chg="del">
          <ac:chgData name="Xin Luo" userId="82312ee5779919a4" providerId="LiveId" clId="{3C4A7AF4-6488-5041-B432-D36EF53163D3}" dt="2023-02-23T08:32:51.104" v="3831" actId="478"/>
          <ac:picMkLst>
            <pc:docMk/>
            <pc:sldMk cId="1664139585" sldId="2729"/>
            <ac:picMk id="7" creationId="{E9C83831-84AF-EB65-1442-172F35DE9DAB}"/>
          </ac:picMkLst>
        </pc:picChg>
        <pc:picChg chg="add mod">
          <ac:chgData name="Xin Luo" userId="82312ee5779919a4" providerId="LiveId" clId="{3C4A7AF4-6488-5041-B432-D36EF53163D3}" dt="2023-02-23T08:48:23.436" v="4353" actId="14100"/>
          <ac:picMkLst>
            <pc:docMk/>
            <pc:sldMk cId="1664139585" sldId="2729"/>
            <ac:picMk id="11" creationId="{BE4A142E-6DBB-4445-BF78-4D6C23EB8C69}"/>
          </ac:picMkLst>
        </pc:picChg>
      </pc:sldChg>
      <pc:sldChg chg="addSp delSp modSp add mod">
        <pc:chgData name="Xin Luo" userId="82312ee5779919a4" providerId="LiveId" clId="{3C4A7AF4-6488-5041-B432-D36EF53163D3}" dt="2023-02-23T09:02:46.545" v="4811" actId="20577"/>
        <pc:sldMkLst>
          <pc:docMk/>
          <pc:sldMk cId="3561803108" sldId="2730"/>
        </pc:sldMkLst>
        <pc:spChg chg="mod">
          <ac:chgData name="Xin Luo" userId="82312ee5779919a4" providerId="LiveId" clId="{3C4A7AF4-6488-5041-B432-D36EF53163D3}" dt="2023-02-23T09:02:46.545" v="4811" actId="20577"/>
          <ac:spMkLst>
            <pc:docMk/>
            <pc:sldMk cId="3561803108" sldId="2730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8:57:21.442" v="4706" actId="20577"/>
          <ac:spMkLst>
            <pc:docMk/>
            <pc:sldMk cId="3561803108" sldId="2730"/>
            <ac:spMk id="4" creationId="{A48F68EC-B4FA-96B9-0619-1D7CA71743F2}"/>
          </ac:spMkLst>
        </pc:spChg>
        <pc:spChg chg="add mod">
          <ac:chgData name="Xin Luo" userId="82312ee5779919a4" providerId="LiveId" clId="{3C4A7AF4-6488-5041-B432-D36EF53163D3}" dt="2023-02-23T08:59:18.569" v="4780" actId="1076"/>
          <ac:spMkLst>
            <pc:docMk/>
            <pc:sldMk cId="3561803108" sldId="2730"/>
            <ac:spMk id="13" creationId="{04321939-84B1-BDA1-9A32-0A1D3A224B4E}"/>
          </ac:spMkLst>
        </pc:spChg>
        <pc:spChg chg="add mod">
          <ac:chgData name="Xin Luo" userId="82312ee5779919a4" providerId="LiveId" clId="{3C4A7AF4-6488-5041-B432-D36EF53163D3}" dt="2023-02-23T08:59:05.661" v="4776" actId="1076"/>
          <ac:spMkLst>
            <pc:docMk/>
            <pc:sldMk cId="3561803108" sldId="2730"/>
            <ac:spMk id="14" creationId="{44C585EA-9BC6-24DF-B96C-D6B18443B7ED}"/>
          </ac:spMkLst>
        </pc:spChg>
        <pc:grpChg chg="del">
          <ac:chgData name="Xin Luo" userId="82312ee5779919a4" providerId="LiveId" clId="{3C4A7AF4-6488-5041-B432-D36EF53163D3}" dt="2023-02-23T08:51:50.637" v="4356" actId="478"/>
          <ac:grpSpMkLst>
            <pc:docMk/>
            <pc:sldMk cId="3561803108" sldId="2730"/>
            <ac:grpSpMk id="18" creationId="{0DD68EE4-6630-75BA-7E39-99DB63529BEC}"/>
          </ac:grpSpMkLst>
        </pc:grpChg>
        <pc:grpChg chg="del">
          <ac:chgData name="Xin Luo" userId="82312ee5779919a4" providerId="LiveId" clId="{3C4A7AF4-6488-5041-B432-D36EF53163D3}" dt="2023-02-23T08:51:50.637" v="4356" actId="478"/>
          <ac:grpSpMkLst>
            <pc:docMk/>
            <pc:sldMk cId="3561803108" sldId="2730"/>
            <ac:grpSpMk id="19" creationId="{CC13FC93-9D53-8437-285C-997C8D3C5460}"/>
          </ac:grpSpMkLst>
        </pc:grpChg>
        <pc:picChg chg="add mod">
          <ac:chgData name="Xin Luo" userId="82312ee5779919a4" providerId="LiveId" clId="{3C4A7AF4-6488-5041-B432-D36EF53163D3}" dt="2023-02-23T08:59:15.233" v="4779" actId="1076"/>
          <ac:picMkLst>
            <pc:docMk/>
            <pc:sldMk cId="3561803108" sldId="2730"/>
            <ac:picMk id="5" creationId="{A93DD3EB-FFE1-BEF3-1059-6F1C5837F783}"/>
          </ac:picMkLst>
        </pc:picChg>
        <pc:picChg chg="add mod">
          <ac:chgData name="Xin Luo" userId="82312ee5779919a4" providerId="LiveId" clId="{3C4A7AF4-6488-5041-B432-D36EF53163D3}" dt="2023-02-23T08:58:08.013" v="4717" actId="1076"/>
          <ac:picMkLst>
            <pc:docMk/>
            <pc:sldMk cId="3561803108" sldId="2730"/>
            <ac:picMk id="10" creationId="{D64AD824-256D-4966-4AC9-6C2C2EA4A0CC}"/>
          </ac:picMkLst>
        </pc:picChg>
      </pc:sldChg>
      <pc:sldChg chg="addSp delSp modSp add mod">
        <pc:chgData name="Xin Luo" userId="82312ee5779919a4" providerId="LiveId" clId="{3C4A7AF4-6488-5041-B432-D36EF53163D3}" dt="2023-02-23T11:42:21.434" v="5641" actId="20577"/>
        <pc:sldMkLst>
          <pc:docMk/>
          <pc:sldMk cId="236610701" sldId="2731"/>
        </pc:sldMkLst>
        <pc:spChg chg="mod">
          <ac:chgData name="Xin Luo" userId="82312ee5779919a4" providerId="LiveId" clId="{3C4A7AF4-6488-5041-B432-D36EF53163D3}" dt="2023-02-23T09:13:26.596" v="5258" actId="20577"/>
          <ac:spMkLst>
            <pc:docMk/>
            <pc:sldMk cId="236610701" sldId="2731"/>
            <ac:spMk id="8" creationId="{BE76C63F-77AB-4EA1-EEE4-7A2884A0CA66}"/>
          </ac:spMkLst>
        </pc:spChg>
        <pc:spChg chg="add mod">
          <ac:chgData name="Xin Luo" userId="82312ee5779919a4" providerId="LiveId" clId="{3C4A7AF4-6488-5041-B432-D36EF53163D3}" dt="2023-02-23T09:17:26.318" v="5367" actId="164"/>
          <ac:spMkLst>
            <pc:docMk/>
            <pc:sldMk cId="236610701" sldId="2731"/>
            <ac:spMk id="11" creationId="{9E5C7F14-8DBC-F1A3-04A2-0F4098DCEFB1}"/>
          </ac:spMkLst>
        </pc:spChg>
        <pc:spChg chg="add mod">
          <ac:chgData name="Xin Luo" userId="82312ee5779919a4" providerId="LiveId" clId="{3C4A7AF4-6488-5041-B432-D36EF53163D3}" dt="2023-02-23T09:17:26.318" v="5367" actId="164"/>
          <ac:spMkLst>
            <pc:docMk/>
            <pc:sldMk cId="236610701" sldId="2731"/>
            <ac:spMk id="14" creationId="{686F3DD9-150B-080E-A0DD-364869B53625}"/>
          </ac:spMkLst>
        </pc:spChg>
        <pc:spChg chg="add mod">
          <ac:chgData name="Xin Luo" userId="82312ee5779919a4" providerId="LiveId" clId="{3C4A7AF4-6488-5041-B432-D36EF53163D3}" dt="2023-02-23T09:17:26.318" v="5367" actId="164"/>
          <ac:spMkLst>
            <pc:docMk/>
            <pc:sldMk cId="236610701" sldId="2731"/>
            <ac:spMk id="18" creationId="{0EA5ECFB-D617-12D2-A81B-C4CFF2A4717D}"/>
          </ac:spMkLst>
        </pc:spChg>
        <pc:spChg chg="add del mod">
          <ac:chgData name="Xin Luo" userId="82312ee5779919a4" providerId="LiveId" clId="{3C4A7AF4-6488-5041-B432-D36EF53163D3}" dt="2023-02-23T09:16:21.438" v="5320"/>
          <ac:spMkLst>
            <pc:docMk/>
            <pc:sldMk cId="236610701" sldId="2731"/>
            <ac:spMk id="21" creationId="{8BED0A83-9C8C-9FEE-3D3C-E0DDB3352BF2}"/>
          </ac:spMkLst>
        </pc:spChg>
        <pc:spChg chg="add mod">
          <ac:chgData name="Xin Luo" userId="82312ee5779919a4" providerId="LiveId" clId="{3C4A7AF4-6488-5041-B432-D36EF53163D3}" dt="2023-02-23T09:17:22.065" v="5366" actId="164"/>
          <ac:spMkLst>
            <pc:docMk/>
            <pc:sldMk cId="236610701" sldId="2731"/>
            <ac:spMk id="24" creationId="{2BC5AFCA-8C0F-694D-C8E4-96DC57905D7C}"/>
          </ac:spMkLst>
        </pc:spChg>
        <pc:spChg chg="add mod">
          <ac:chgData name="Xin Luo" userId="82312ee5779919a4" providerId="LiveId" clId="{3C4A7AF4-6488-5041-B432-D36EF53163D3}" dt="2023-02-23T11:42:21.434" v="5641" actId="20577"/>
          <ac:spMkLst>
            <pc:docMk/>
            <pc:sldMk cId="236610701" sldId="2731"/>
            <ac:spMk id="27" creationId="{277CEA1D-ACA7-1951-68B0-9AFFF02511BD}"/>
          </ac:spMkLst>
        </pc:spChg>
        <pc:grpChg chg="del">
          <ac:chgData name="Xin Luo" userId="82312ee5779919a4" providerId="LiveId" clId="{3C4A7AF4-6488-5041-B432-D36EF53163D3}" dt="2023-02-23T09:13:14.650" v="5252" actId="478"/>
          <ac:grpSpMkLst>
            <pc:docMk/>
            <pc:sldMk cId="236610701" sldId="2731"/>
            <ac:grpSpMk id="13" creationId="{1FD0C9A9-218B-07EF-0C27-42925534088E}"/>
          </ac:grpSpMkLst>
        </pc:grpChg>
        <pc:grpChg chg="del">
          <ac:chgData name="Xin Luo" userId="82312ee5779919a4" providerId="LiveId" clId="{3C4A7AF4-6488-5041-B432-D36EF53163D3}" dt="2023-02-23T09:13:16.234" v="5253" actId="478"/>
          <ac:grpSpMkLst>
            <pc:docMk/>
            <pc:sldMk cId="236610701" sldId="2731"/>
            <ac:grpSpMk id="17" creationId="{48848DA8-CFA1-BCEC-5CB7-145BDC28B35D}"/>
          </ac:grpSpMkLst>
        </pc:grpChg>
        <pc:grpChg chg="add mod">
          <ac:chgData name="Xin Luo" userId="82312ee5779919a4" providerId="LiveId" clId="{3C4A7AF4-6488-5041-B432-D36EF53163D3}" dt="2023-02-23T09:20:40.507" v="5582" actId="1076"/>
          <ac:grpSpMkLst>
            <pc:docMk/>
            <pc:sldMk cId="236610701" sldId="2731"/>
            <ac:grpSpMk id="25" creationId="{0B21BADB-6B5A-522D-BF02-92EE6C415AC5}"/>
          </ac:grpSpMkLst>
        </pc:grpChg>
        <pc:grpChg chg="add mod">
          <ac:chgData name="Xin Luo" userId="82312ee5779919a4" providerId="LiveId" clId="{3C4A7AF4-6488-5041-B432-D36EF53163D3}" dt="2023-02-23T09:17:26.318" v="5367" actId="164"/>
          <ac:grpSpMkLst>
            <pc:docMk/>
            <pc:sldMk cId="236610701" sldId="2731"/>
            <ac:grpSpMk id="26" creationId="{5B1A5EB8-5704-DE8A-ECFB-CA0887FF9903}"/>
          </ac:grpSpMkLst>
        </pc:grpChg>
        <pc:grpChg chg="add mod">
          <ac:chgData name="Xin Luo" userId="82312ee5779919a4" providerId="LiveId" clId="{3C4A7AF4-6488-5041-B432-D36EF53163D3}" dt="2023-02-23T09:22:32.183" v="5612" actId="14100"/>
          <ac:grpSpMkLst>
            <pc:docMk/>
            <pc:sldMk cId="236610701" sldId="2731"/>
            <ac:grpSpMk id="40" creationId="{6EB5AEC1-1519-3329-CA3D-552C73370758}"/>
          </ac:grpSpMkLst>
        </pc:grpChg>
        <pc:picChg chg="add del mod">
          <ac:chgData name="Xin Luo" userId="82312ee5779919a4" providerId="LiveId" clId="{3C4A7AF4-6488-5041-B432-D36EF53163D3}" dt="2023-02-23T09:13:09.369" v="5251" actId="21"/>
          <ac:picMkLst>
            <pc:docMk/>
            <pc:sldMk cId="236610701" sldId="2731"/>
            <ac:picMk id="5" creationId="{DDA50919-604F-7994-0EBE-62535FEF2A8F}"/>
          </ac:picMkLst>
        </pc:picChg>
        <pc:picChg chg="add mod">
          <ac:chgData name="Xin Luo" userId="82312ee5779919a4" providerId="LiveId" clId="{3C4A7AF4-6488-5041-B432-D36EF53163D3}" dt="2023-02-23T09:17:26.318" v="5367" actId="164"/>
          <ac:picMkLst>
            <pc:docMk/>
            <pc:sldMk cId="236610701" sldId="2731"/>
            <ac:picMk id="6" creationId="{B0A2D4E0-98C8-E402-421A-F04C8C179FCD}"/>
          </ac:picMkLst>
        </pc:picChg>
        <pc:picChg chg="add mod">
          <ac:chgData name="Xin Luo" userId="82312ee5779919a4" providerId="LiveId" clId="{3C4A7AF4-6488-5041-B432-D36EF53163D3}" dt="2023-02-23T09:17:22.065" v="5366" actId="164"/>
          <ac:picMkLst>
            <pc:docMk/>
            <pc:sldMk cId="236610701" sldId="2731"/>
            <ac:picMk id="23" creationId="{EDB68736-0547-1775-0EC0-381F53A99851}"/>
          </ac:picMkLst>
        </pc:picChg>
        <pc:cxnChg chg="add mod">
          <ac:chgData name="Xin Luo" userId="82312ee5779919a4" providerId="LiveId" clId="{3C4A7AF4-6488-5041-B432-D36EF53163D3}" dt="2023-02-23T09:17:26.318" v="5367" actId="164"/>
          <ac:cxnSpMkLst>
            <pc:docMk/>
            <pc:sldMk cId="236610701" sldId="2731"/>
            <ac:cxnSpMk id="20" creationId="{20EA748A-F362-CFAF-00A1-8064C2727630}"/>
          </ac:cxnSpMkLst>
        </pc:cxnChg>
        <pc:cxnChg chg="add mod">
          <ac:chgData name="Xin Luo" userId="82312ee5779919a4" providerId="LiveId" clId="{3C4A7AF4-6488-5041-B432-D36EF53163D3}" dt="2023-02-23T09:22:56.564" v="5618" actId="1582"/>
          <ac:cxnSpMkLst>
            <pc:docMk/>
            <pc:sldMk cId="236610701" sldId="2731"/>
            <ac:cxnSpMk id="28" creationId="{22ABCAC2-3896-1807-0504-ED7D00362192}"/>
          </ac:cxnSpMkLst>
        </pc:cxnChg>
        <pc:cxnChg chg="add mod">
          <ac:chgData name="Xin Luo" userId="82312ee5779919a4" providerId="LiveId" clId="{3C4A7AF4-6488-5041-B432-D36EF53163D3}" dt="2023-02-23T09:22:56.564" v="5618" actId="1582"/>
          <ac:cxnSpMkLst>
            <pc:docMk/>
            <pc:sldMk cId="236610701" sldId="2731"/>
            <ac:cxnSpMk id="31" creationId="{00341ACC-3D99-3C97-0E83-F5CD7B18B865}"/>
          </ac:cxnSpMkLst>
        </pc:cxnChg>
        <pc:cxnChg chg="add mod">
          <ac:chgData name="Xin Luo" userId="82312ee5779919a4" providerId="LiveId" clId="{3C4A7AF4-6488-5041-B432-D36EF53163D3}" dt="2023-02-23T09:23:20.010" v="5622" actId="14100"/>
          <ac:cxnSpMkLst>
            <pc:docMk/>
            <pc:sldMk cId="236610701" sldId="2731"/>
            <ac:cxnSpMk id="34" creationId="{85A86870-8686-A430-1EC5-D3515360DAE4}"/>
          </ac:cxnSpMkLst>
        </pc:cxnChg>
      </pc:sldChg>
      <pc:sldChg chg="add del">
        <pc:chgData name="Xin Luo" userId="82312ee5779919a4" providerId="LiveId" clId="{3C4A7AF4-6488-5041-B432-D36EF53163D3}" dt="2023-02-23T08:54:40.823" v="4449"/>
        <pc:sldMkLst>
          <pc:docMk/>
          <pc:sldMk cId="3607281671" sldId="2731"/>
        </pc:sldMkLst>
      </pc:sldChg>
      <pc:sldChg chg="addSp delSp modSp add mod modNotesTx">
        <pc:chgData name="Xin Luo" userId="82312ee5779919a4" providerId="LiveId" clId="{3C4A7AF4-6488-5041-B432-D36EF53163D3}" dt="2023-02-23T13:58:03.496" v="6246" actId="1076"/>
        <pc:sldMkLst>
          <pc:docMk/>
          <pc:sldMk cId="1986913413" sldId="2732"/>
        </pc:sldMkLst>
        <pc:spChg chg="mod">
          <ac:chgData name="Xin Luo" userId="82312ee5779919a4" providerId="LiveId" clId="{3C4A7AF4-6488-5041-B432-D36EF53163D3}" dt="2023-02-23T09:23:56.813" v="5638" actId="20577"/>
          <ac:spMkLst>
            <pc:docMk/>
            <pc:sldMk cId="1986913413" sldId="2732"/>
            <ac:spMk id="2" creationId="{631AADB6-C88A-D817-4683-FC087E4E240F}"/>
          </ac:spMkLst>
        </pc:spChg>
        <pc:spChg chg="add del mod">
          <ac:chgData name="Xin Luo" userId="82312ee5779919a4" providerId="LiveId" clId="{3C4A7AF4-6488-5041-B432-D36EF53163D3}" dt="2023-02-23T13:49:16.589" v="6211" actId="1036"/>
          <ac:spMkLst>
            <pc:docMk/>
            <pc:sldMk cId="1986913413" sldId="2732"/>
            <ac:spMk id="8" creationId="{BE76C63F-77AB-4EA1-EEE4-7A2884A0CA66}"/>
          </ac:spMkLst>
        </pc:spChg>
        <pc:spChg chg="add mod">
          <ac:chgData name="Xin Luo" userId="82312ee5779919a4" providerId="LiveId" clId="{3C4A7AF4-6488-5041-B432-D36EF53163D3}" dt="2023-02-23T13:39:58.827" v="6149" actId="164"/>
          <ac:spMkLst>
            <pc:docMk/>
            <pc:sldMk cId="1986913413" sldId="2732"/>
            <ac:spMk id="16" creationId="{3E7D4095-D2BB-E6C2-A00B-51E8F93D4AE6}"/>
          </ac:spMkLst>
        </pc:spChg>
        <pc:spChg chg="add mod">
          <ac:chgData name="Xin Luo" userId="82312ee5779919a4" providerId="LiveId" clId="{3C4A7AF4-6488-5041-B432-D36EF53163D3}" dt="2023-02-23T13:39:58.827" v="6149" actId="164"/>
          <ac:spMkLst>
            <pc:docMk/>
            <pc:sldMk cId="1986913413" sldId="2732"/>
            <ac:spMk id="17" creationId="{2FD57DA2-ED22-9246-7698-C699E342AAED}"/>
          </ac:spMkLst>
        </pc:spChg>
        <pc:spChg chg="add mod">
          <ac:chgData name="Xin Luo" userId="82312ee5779919a4" providerId="LiveId" clId="{3C4A7AF4-6488-5041-B432-D36EF53163D3}" dt="2023-02-23T13:39:58.827" v="6149" actId="164"/>
          <ac:spMkLst>
            <pc:docMk/>
            <pc:sldMk cId="1986913413" sldId="2732"/>
            <ac:spMk id="19" creationId="{2D2DD260-BF22-E834-D80F-BCFA1E042E54}"/>
          </ac:spMkLst>
        </pc:spChg>
        <pc:spChg chg="add mod">
          <ac:chgData name="Xin Luo" userId="82312ee5779919a4" providerId="LiveId" clId="{3C4A7AF4-6488-5041-B432-D36EF53163D3}" dt="2023-02-23T13:39:58.827" v="6149" actId="164"/>
          <ac:spMkLst>
            <pc:docMk/>
            <pc:sldMk cId="1986913413" sldId="2732"/>
            <ac:spMk id="21" creationId="{E8AF9E53-BC95-D1E3-82CA-CCA0B85D0BAB}"/>
          </ac:spMkLst>
        </pc:spChg>
        <pc:spChg chg="del">
          <ac:chgData name="Xin Luo" userId="82312ee5779919a4" providerId="LiveId" clId="{3C4A7AF4-6488-5041-B432-D36EF53163D3}" dt="2023-02-23T09:23:50.475" v="5626" actId="478"/>
          <ac:spMkLst>
            <pc:docMk/>
            <pc:sldMk cId="1986913413" sldId="2732"/>
            <ac:spMk id="27" creationId="{277CEA1D-ACA7-1951-68B0-9AFFF02511BD}"/>
          </ac:spMkLst>
        </pc:spChg>
        <pc:grpChg chg="del">
          <ac:chgData name="Xin Luo" userId="82312ee5779919a4" providerId="LiveId" clId="{3C4A7AF4-6488-5041-B432-D36EF53163D3}" dt="2023-02-23T09:23:46.458" v="5625" actId="478"/>
          <ac:grpSpMkLst>
            <pc:docMk/>
            <pc:sldMk cId="1986913413" sldId="2732"/>
            <ac:grpSpMk id="25" creationId="{0B21BADB-6B5A-522D-BF02-92EE6C415AC5}"/>
          </ac:grpSpMkLst>
        </pc:grpChg>
        <pc:grpChg chg="del">
          <ac:chgData name="Xin Luo" userId="82312ee5779919a4" providerId="LiveId" clId="{3C4A7AF4-6488-5041-B432-D36EF53163D3}" dt="2023-02-23T09:23:44.579" v="5624" actId="478"/>
          <ac:grpSpMkLst>
            <pc:docMk/>
            <pc:sldMk cId="1986913413" sldId="2732"/>
            <ac:grpSpMk id="26" creationId="{5B1A5EB8-5704-DE8A-ECFB-CA0887FF9903}"/>
          </ac:grpSpMkLst>
        </pc:grpChg>
        <pc:grpChg chg="add mod">
          <ac:chgData name="Xin Luo" userId="82312ee5779919a4" providerId="LiveId" clId="{3C4A7AF4-6488-5041-B432-D36EF53163D3}" dt="2023-02-23T13:39:58.827" v="6149" actId="164"/>
          <ac:grpSpMkLst>
            <pc:docMk/>
            <pc:sldMk cId="1986913413" sldId="2732"/>
            <ac:grpSpMk id="33" creationId="{1E36E9C9-B23B-0B90-084E-246D2143D484}"/>
          </ac:grpSpMkLst>
        </pc:grpChg>
        <pc:grpChg chg="del">
          <ac:chgData name="Xin Luo" userId="82312ee5779919a4" providerId="LiveId" clId="{3C4A7AF4-6488-5041-B432-D36EF53163D3}" dt="2023-02-23T09:23:50.475" v="5626" actId="478"/>
          <ac:grpSpMkLst>
            <pc:docMk/>
            <pc:sldMk cId="1986913413" sldId="2732"/>
            <ac:grpSpMk id="40" creationId="{6EB5AEC1-1519-3329-CA3D-552C73370758}"/>
          </ac:grpSpMkLst>
        </pc:grpChg>
        <pc:picChg chg="add del mod">
          <ac:chgData name="Xin Luo" userId="82312ee5779919a4" providerId="LiveId" clId="{3C4A7AF4-6488-5041-B432-D36EF53163D3}" dt="2023-02-23T13:20:09.106" v="5841" actId="478"/>
          <ac:picMkLst>
            <pc:docMk/>
            <pc:sldMk cId="1986913413" sldId="2732"/>
            <ac:picMk id="5" creationId="{0F3C6337-840A-A22F-FD29-8C76197A2702}"/>
          </ac:picMkLst>
        </pc:picChg>
        <pc:picChg chg="add del mod">
          <ac:chgData name="Xin Luo" userId="82312ee5779919a4" providerId="LiveId" clId="{3C4A7AF4-6488-5041-B432-D36EF53163D3}" dt="2023-02-23T13:27:51.021" v="5863" actId="478"/>
          <ac:picMkLst>
            <pc:docMk/>
            <pc:sldMk cId="1986913413" sldId="2732"/>
            <ac:picMk id="9" creationId="{47AF5BBB-3A60-7AF4-EF37-81EE546F448A}"/>
          </ac:picMkLst>
        </pc:picChg>
        <pc:picChg chg="add del mod">
          <ac:chgData name="Xin Luo" userId="82312ee5779919a4" providerId="LiveId" clId="{3C4A7AF4-6488-5041-B432-D36EF53163D3}" dt="2023-02-23T13:39:58.827" v="6149" actId="164"/>
          <ac:picMkLst>
            <pc:docMk/>
            <pc:sldMk cId="1986913413" sldId="2732"/>
            <ac:picMk id="12" creationId="{6D7A52DC-C29A-9A43-F4B2-B0D7F2AF1CF6}"/>
          </ac:picMkLst>
        </pc:picChg>
        <pc:picChg chg="add del mod">
          <ac:chgData name="Xin Luo" userId="82312ee5779919a4" providerId="LiveId" clId="{3C4A7AF4-6488-5041-B432-D36EF53163D3}" dt="2023-02-23T13:28:13.051" v="5873" actId="478"/>
          <ac:picMkLst>
            <pc:docMk/>
            <pc:sldMk cId="1986913413" sldId="2732"/>
            <ac:picMk id="15" creationId="{9246C021-1A0B-9FC2-CF78-BC1081966B66}"/>
          </ac:picMkLst>
        </pc:picChg>
        <pc:picChg chg="add del mod">
          <ac:chgData name="Xin Luo" userId="82312ee5779919a4" providerId="LiveId" clId="{3C4A7AF4-6488-5041-B432-D36EF53163D3}" dt="2023-02-23T13:40:02.652" v="6150" actId="478"/>
          <ac:picMkLst>
            <pc:docMk/>
            <pc:sldMk cId="1986913413" sldId="2732"/>
            <ac:picMk id="29" creationId="{762ED712-67A1-F501-F2D8-DCB0592E22F5}"/>
          </ac:picMkLst>
        </pc:picChg>
        <pc:picChg chg="add del mod">
          <ac:chgData name="Xin Luo" userId="82312ee5779919a4" providerId="LiveId" clId="{3C4A7AF4-6488-5041-B432-D36EF53163D3}" dt="2023-02-23T13:38:40.792" v="6061" actId="478"/>
          <ac:picMkLst>
            <pc:docMk/>
            <pc:sldMk cId="1986913413" sldId="2732"/>
            <ac:picMk id="32" creationId="{9F62F483-2BDD-4BAD-3328-1C24C2029096}"/>
          </ac:picMkLst>
        </pc:picChg>
        <pc:picChg chg="add del mod">
          <ac:chgData name="Xin Luo" userId="82312ee5779919a4" providerId="LiveId" clId="{3C4A7AF4-6488-5041-B432-D36EF53163D3}" dt="2023-02-23T13:57:48.638" v="6238" actId="478"/>
          <ac:picMkLst>
            <pc:docMk/>
            <pc:sldMk cId="1986913413" sldId="2732"/>
            <ac:picMk id="36" creationId="{D10FE31F-3F42-EDC5-5A69-239D66ABC871}"/>
          </ac:picMkLst>
        </pc:picChg>
        <pc:picChg chg="add mod">
          <ac:chgData name="Xin Luo" userId="82312ee5779919a4" providerId="LiveId" clId="{3C4A7AF4-6488-5041-B432-D36EF53163D3}" dt="2023-02-23T13:58:03.496" v="6246" actId="1076"/>
          <ac:picMkLst>
            <pc:docMk/>
            <pc:sldMk cId="1986913413" sldId="2732"/>
            <ac:picMk id="38" creationId="{DBB716A2-DAE4-A0CB-0685-0DD3A5848392}"/>
          </ac:picMkLst>
        </pc:picChg>
      </pc:sldChg>
      <pc:sldChg chg="addSp delSp modSp add mod">
        <pc:chgData name="Xin Luo" userId="82312ee5779919a4" providerId="LiveId" clId="{3C4A7AF4-6488-5041-B432-D36EF53163D3}" dt="2023-02-23T14:00:47.321" v="6304" actId="1076"/>
        <pc:sldMkLst>
          <pc:docMk/>
          <pc:sldMk cId="270311508" sldId="2733"/>
        </pc:sldMkLst>
        <pc:spChg chg="mod">
          <ac:chgData name="Xin Luo" userId="82312ee5779919a4" providerId="LiveId" clId="{3C4A7AF4-6488-5041-B432-D36EF53163D3}" dt="2023-02-23T13:58:33.465" v="6260" actId="14100"/>
          <ac:spMkLst>
            <pc:docMk/>
            <pc:sldMk cId="270311508" sldId="2733"/>
            <ac:spMk id="8" creationId="{BE76C63F-77AB-4EA1-EEE4-7A2884A0CA66}"/>
          </ac:spMkLst>
        </pc:spChg>
        <pc:spChg chg="add mod">
          <ac:chgData name="Xin Luo" userId="82312ee5779919a4" providerId="LiveId" clId="{3C4A7AF4-6488-5041-B432-D36EF53163D3}" dt="2023-02-23T14:00:40.779" v="6302" actId="1076"/>
          <ac:spMkLst>
            <pc:docMk/>
            <pc:sldMk cId="270311508" sldId="2733"/>
            <ac:spMk id="10" creationId="{D5E5B261-8775-C3AF-17E6-8E3B7B2EB8DD}"/>
          </ac:spMkLst>
        </pc:spChg>
        <pc:grpChg chg="del">
          <ac:chgData name="Xin Luo" userId="82312ee5779919a4" providerId="LiveId" clId="{3C4A7AF4-6488-5041-B432-D36EF53163D3}" dt="2023-02-23T13:49:30.079" v="6213" actId="478"/>
          <ac:grpSpMkLst>
            <pc:docMk/>
            <pc:sldMk cId="270311508" sldId="2733"/>
            <ac:grpSpMk id="33" creationId="{1E36E9C9-B23B-0B90-084E-246D2143D484}"/>
          </ac:grpSpMkLst>
        </pc:grpChg>
        <pc:picChg chg="add del mod">
          <ac:chgData name="Xin Luo" userId="82312ee5779919a4" providerId="LiveId" clId="{3C4A7AF4-6488-5041-B432-D36EF53163D3}" dt="2023-02-23T13:50:54.929" v="6237" actId="478"/>
          <ac:picMkLst>
            <pc:docMk/>
            <pc:sldMk cId="270311508" sldId="2733"/>
            <ac:picMk id="5" creationId="{45C11474-3B63-2E64-AA9D-2A10A27D3F65}"/>
          </ac:picMkLst>
        </pc:picChg>
        <pc:picChg chg="add mod">
          <ac:chgData name="Xin Luo" userId="82312ee5779919a4" providerId="LiveId" clId="{3C4A7AF4-6488-5041-B432-D36EF53163D3}" dt="2023-02-23T14:00:47.321" v="6304" actId="1076"/>
          <ac:picMkLst>
            <pc:docMk/>
            <pc:sldMk cId="270311508" sldId="2733"/>
            <ac:picMk id="7" creationId="{FD4880BA-9A41-FB72-F608-E8DF18426892}"/>
          </ac:picMkLst>
        </pc:picChg>
        <pc:picChg chg="del">
          <ac:chgData name="Xin Luo" userId="82312ee5779919a4" providerId="LiveId" clId="{3C4A7AF4-6488-5041-B432-D36EF53163D3}" dt="2023-02-23T13:49:30.079" v="6213" actId="478"/>
          <ac:picMkLst>
            <pc:docMk/>
            <pc:sldMk cId="270311508" sldId="2733"/>
            <ac:picMk id="36" creationId="{D10FE31F-3F42-EDC5-5A69-239D66ABC871}"/>
          </ac:picMkLst>
        </pc:picChg>
      </pc:sldChg>
      <pc:sldChg chg="addSp delSp modSp add mod">
        <pc:chgData name="Xin Luo" userId="82312ee5779919a4" providerId="LiveId" clId="{3C4A7AF4-6488-5041-B432-D36EF53163D3}" dt="2023-02-23T14:29:59.110" v="6746" actId="403"/>
        <pc:sldMkLst>
          <pc:docMk/>
          <pc:sldMk cId="3138813826" sldId="2734"/>
        </pc:sldMkLst>
        <pc:spChg chg="mod">
          <ac:chgData name="Xin Luo" userId="82312ee5779919a4" providerId="LiveId" clId="{3C4A7AF4-6488-5041-B432-D36EF53163D3}" dt="2023-02-23T14:24:45.076" v="6407" actId="20577"/>
          <ac:spMkLst>
            <pc:docMk/>
            <pc:sldMk cId="3138813826" sldId="2734"/>
            <ac:spMk id="2" creationId="{631AADB6-C88A-D817-4683-FC087E4E240F}"/>
          </ac:spMkLst>
        </pc:spChg>
        <pc:spChg chg="add del mod">
          <ac:chgData name="Xin Luo" userId="82312ee5779919a4" providerId="LiveId" clId="{3C4A7AF4-6488-5041-B432-D36EF53163D3}" dt="2023-02-23T14:29:54.827" v="6743" actId="478"/>
          <ac:spMkLst>
            <pc:docMk/>
            <pc:sldMk cId="3138813826" sldId="2734"/>
            <ac:spMk id="5" creationId="{045952CA-B870-EE0D-254E-C4F0D7559A1D}"/>
          </ac:spMkLst>
        </pc:spChg>
        <pc:spChg chg="add mod">
          <ac:chgData name="Xin Luo" userId="82312ee5779919a4" providerId="LiveId" clId="{3C4A7AF4-6488-5041-B432-D36EF53163D3}" dt="2023-02-23T14:29:59.110" v="6746" actId="403"/>
          <ac:spMkLst>
            <pc:docMk/>
            <pc:sldMk cId="3138813826" sldId="2734"/>
            <ac:spMk id="6" creationId="{7F081F01-398A-43C9-F4B4-7155679B9827}"/>
          </ac:spMkLst>
        </pc:spChg>
        <pc:spChg chg="mod">
          <ac:chgData name="Xin Luo" userId="82312ee5779919a4" providerId="LiveId" clId="{3C4A7AF4-6488-5041-B432-D36EF53163D3}" dt="2023-02-23T14:27:23.377" v="6681" actId="1076"/>
          <ac:spMkLst>
            <pc:docMk/>
            <pc:sldMk cId="3138813826" sldId="2734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3C4A7AF4-6488-5041-B432-D36EF53163D3}" dt="2023-02-23T14:33:30.940" v="6917" actId="1037"/>
        <pc:sldMkLst>
          <pc:docMk/>
          <pc:sldMk cId="128317883" sldId="2735"/>
        </pc:sldMkLst>
        <pc:spChg chg="add mod">
          <ac:chgData name="Xin Luo" userId="82312ee5779919a4" providerId="LiveId" clId="{3C4A7AF4-6488-5041-B432-D36EF53163D3}" dt="2023-02-23T14:33:24.596" v="6912" actId="1076"/>
          <ac:spMkLst>
            <pc:docMk/>
            <pc:sldMk cId="128317883" sldId="2735"/>
            <ac:spMk id="4" creationId="{3C988FB7-FCA7-1C11-558C-286915D478EB}"/>
          </ac:spMkLst>
        </pc:spChg>
        <pc:spChg chg="mod">
          <ac:chgData name="Xin Luo" userId="82312ee5779919a4" providerId="LiveId" clId="{3C4A7AF4-6488-5041-B432-D36EF53163D3}" dt="2023-02-23T14:30:37.592" v="6752" actId="1035"/>
          <ac:spMkLst>
            <pc:docMk/>
            <pc:sldMk cId="128317883" sldId="2735"/>
            <ac:spMk id="6" creationId="{7F081F01-398A-43C9-F4B4-7155679B9827}"/>
          </ac:spMkLst>
        </pc:spChg>
        <pc:spChg chg="mod">
          <ac:chgData name="Xin Luo" userId="82312ee5779919a4" providerId="LiveId" clId="{3C4A7AF4-6488-5041-B432-D36EF53163D3}" dt="2023-02-23T14:33:30.940" v="6917" actId="1037"/>
          <ac:spMkLst>
            <pc:docMk/>
            <pc:sldMk cId="128317883" sldId="2735"/>
            <ac:spMk id="17" creationId="{9E05FFCA-3371-AF5C-381D-71D984055F5A}"/>
          </ac:spMkLst>
        </pc:spChg>
      </pc:sldChg>
      <pc:sldChg chg="delSp add mod">
        <pc:chgData name="Xin Luo" userId="82312ee5779919a4" providerId="LiveId" clId="{3C4A7AF4-6488-5041-B432-D36EF53163D3}" dt="2023-02-23T14:33:41.327" v="6919" actId="478"/>
        <pc:sldMkLst>
          <pc:docMk/>
          <pc:sldMk cId="383906436" sldId="2736"/>
        </pc:sldMkLst>
        <pc:spChg chg="del">
          <ac:chgData name="Xin Luo" userId="82312ee5779919a4" providerId="LiveId" clId="{3C4A7AF4-6488-5041-B432-D36EF53163D3}" dt="2023-02-23T14:33:41.327" v="6919" actId="478"/>
          <ac:spMkLst>
            <pc:docMk/>
            <pc:sldMk cId="383906436" sldId="2736"/>
            <ac:spMk id="4" creationId="{3C988FB7-FCA7-1C11-558C-286915D478EB}"/>
          </ac:spMkLst>
        </pc:spChg>
        <pc:spChg chg="del">
          <ac:chgData name="Xin Luo" userId="82312ee5779919a4" providerId="LiveId" clId="{3C4A7AF4-6488-5041-B432-D36EF53163D3}" dt="2023-02-23T14:33:41.327" v="6919" actId="478"/>
          <ac:spMkLst>
            <pc:docMk/>
            <pc:sldMk cId="383906436" sldId="2736"/>
            <ac:spMk id="6" creationId="{7F081F01-398A-43C9-F4B4-7155679B9827}"/>
          </ac:spMkLst>
        </pc:spChg>
        <pc:spChg chg="del">
          <ac:chgData name="Xin Luo" userId="82312ee5779919a4" providerId="LiveId" clId="{3C4A7AF4-6488-5041-B432-D36EF53163D3}" dt="2023-02-23T14:33:41.327" v="6919" actId="478"/>
          <ac:spMkLst>
            <pc:docMk/>
            <pc:sldMk cId="383906436" sldId="2736"/>
            <ac:spMk id="17" creationId="{9E05FFCA-3371-AF5C-381D-71D984055F5A}"/>
          </ac:spMkLst>
        </pc:spChg>
      </pc:sldChg>
    </pc:docChg>
  </pc:docChgLst>
  <pc:docChgLst>
    <pc:chgData name="Xin Luo" userId="82312ee5779919a4" providerId="LiveId" clId="{94E43BDB-720C-FE4E-82EC-62DC7FE1B799}"/>
    <pc:docChg chg="undo redo custSel addSld delSld modSld sldOrd">
      <pc:chgData name="Xin Luo" userId="82312ee5779919a4" providerId="LiveId" clId="{94E43BDB-720C-FE4E-82EC-62DC7FE1B799}" dt="2023-02-26T14:47:30.207" v="5084" actId="20577"/>
      <pc:docMkLst>
        <pc:docMk/>
      </pc:docMkLst>
      <pc:sldChg chg="modSp mod">
        <pc:chgData name="Xin Luo" userId="82312ee5779919a4" providerId="LiveId" clId="{94E43BDB-720C-FE4E-82EC-62DC7FE1B799}" dt="2023-02-25T02:07:16.068" v="248" actId="1076"/>
        <pc:sldMkLst>
          <pc:docMk/>
          <pc:sldMk cId="1576120367" sldId="2387"/>
        </pc:sldMkLst>
        <pc:spChg chg="mod">
          <ac:chgData name="Xin Luo" userId="82312ee5779919a4" providerId="LiveId" clId="{94E43BDB-720C-FE4E-82EC-62DC7FE1B799}" dt="2023-02-25T02:02:30.368" v="220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94E43BDB-720C-FE4E-82EC-62DC7FE1B799}" dt="2023-02-25T01:52:17.256" v="153" actId="108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94E43BDB-720C-FE4E-82EC-62DC7FE1B799}" dt="2023-02-25T02:07:16.068" v="248" actId="1076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94E43BDB-720C-FE4E-82EC-62DC7FE1B799}" dt="2023-02-25T02:02:25.653" v="218" actId="20577"/>
        <pc:sldMkLst>
          <pc:docMk/>
          <pc:sldMk cId="2415901206" sldId="2447"/>
        </pc:sldMkLst>
        <pc:spChg chg="mod">
          <ac:chgData name="Xin Luo" userId="82312ee5779919a4" providerId="LiveId" clId="{94E43BDB-720C-FE4E-82EC-62DC7FE1B799}" dt="2023-02-25T01:52:50.946" v="183" actId="1038"/>
          <ac:spMkLst>
            <pc:docMk/>
            <pc:sldMk cId="2415901206" sldId="2447"/>
            <ac:spMk id="3" creationId="{00000000-0000-0000-0000-000000000000}"/>
          </ac:spMkLst>
        </pc:spChg>
        <pc:spChg chg="mod">
          <ac:chgData name="Xin Luo" userId="82312ee5779919a4" providerId="LiveId" clId="{94E43BDB-720C-FE4E-82EC-62DC7FE1B799}" dt="2023-02-25T02:02:25.653" v="218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del mod ord">
        <pc:chgData name="Xin Luo" userId="82312ee5779919a4" providerId="LiveId" clId="{94E43BDB-720C-FE4E-82EC-62DC7FE1B799}" dt="2023-02-25T05:09:10.956" v="792" actId="2696"/>
        <pc:sldMkLst>
          <pc:docMk/>
          <pc:sldMk cId="4067577602" sldId="2605"/>
        </pc:sldMkLst>
        <pc:spChg chg="mod">
          <ac:chgData name="Xin Luo" userId="82312ee5779919a4" providerId="LiveId" clId="{94E43BDB-720C-FE4E-82EC-62DC7FE1B799}" dt="2023-02-25T02:12:02.097" v="304" actId="20577"/>
          <ac:spMkLst>
            <pc:docMk/>
            <pc:sldMk cId="4067577602" sldId="2605"/>
            <ac:spMk id="3" creationId="{00000000-0000-0000-0000-000000000000}"/>
          </ac:spMkLst>
        </pc:spChg>
        <pc:spChg chg="mod">
          <ac:chgData name="Xin Luo" userId="82312ee5779919a4" providerId="LiveId" clId="{94E43BDB-720C-FE4E-82EC-62DC7FE1B799}" dt="2023-02-25T02:11:03.982" v="256" actId="20577"/>
          <ac:spMkLst>
            <pc:docMk/>
            <pc:sldMk cId="4067577602" sldId="2605"/>
            <ac:spMk id="5" creationId="{78502774-B04C-634F-1396-E5815996BC36}"/>
          </ac:spMkLst>
        </pc:spChg>
      </pc:sldChg>
      <pc:sldChg chg="modSp mod">
        <pc:chgData name="Xin Luo" userId="82312ee5779919a4" providerId="LiveId" clId="{94E43BDB-720C-FE4E-82EC-62DC7FE1B799}" dt="2023-02-25T16:05:06.530" v="4821" actId="20577"/>
        <pc:sldMkLst>
          <pc:docMk/>
          <pc:sldMk cId="1658607177" sldId="2708"/>
        </pc:sldMkLst>
        <pc:spChg chg="mod">
          <ac:chgData name="Xin Luo" userId="82312ee5779919a4" providerId="LiveId" clId="{94E43BDB-720C-FE4E-82EC-62DC7FE1B799}" dt="2023-02-25T16:05:06.530" v="4821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94E43BDB-720C-FE4E-82EC-62DC7FE1B799}" dt="2023-02-25T01:44:52.592" v="4"/>
          <ac:spMkLst>
            <pc:docMk/>
            <pc:sldMk cId="1658607177" sldId="2708"/>
            <ac:spMk id="24" creationId="{00000000-0000-0000-0000-000000000000}"/>
          </ac:spMkLst>
        </pc:spChg>
      </pc:sldChg>
      <pc:sldChg chg="add del">
        <pc:chgData name="Xin Luo" userId="82312ee5779919a4" providerId="LiveId" clId="{94E43BDB-720C-FE4E-82EC-62DC7FE1B799}" dt="2023-02-25T02:20:45.929" v="348" actId="2696"/>
        <pc:sldMkLst>
          <pc:docMk/>
          <pc:sldMk cId="481122590" sldId="2709"/>
        </pc:sldMkLst>
      </pc:sldChg>
      <pc:sldChg chg="del">
        <pc:chgData name="Xin Luo" userId="82312ee5779919a4" providerId="LiveId" clId="{94E43BDB-720C-FE4E-82EC-62DC7FE1B799}" dt="2023-02-25T02:03:23.762" v="246" actId="2696"/>
        <pc:sldMkLst>
          <pc:docMk/>
          <pc:sldMk cId="3833073590" sldId="2716"/>
        </pc:sldMkLst>
      </pc:sldChg>
      <pc:sldChg chg="add del">
        <pc:chgData name="Xin Luo" userId="82312ee5779919a4" providerId="LiveId" clId="{94E43BDB-720C-FE4E-82EC-62DC7FE1B799}" dt="2023-02-25T02:20:45.931" v="349" actId="2696"/>
        <pc:sldMkLst>
          <pc:docMk/>
          <pc:sldMk cId="972163772" sldId="2720"/>
        </pc:sldMkLst>
      </pc:sldChg>
      <pc:sldChg chg="add del">
        <pc:chgData name="Xin Luo" userId="82312ee5779919a4" providerId="LiveId" clId="{94E43BDB-720C-FE4E-82EC-62DC7FE1B799}" dt="2023-02-25T02:20:45.925" v="346" actId="2696"/>
        <pc:sldMkLst>
          <pc:docMk/>
          <pc:sldMk cId="2689695864" sldId="2721"/>
        </pc:sldMkLst>
      </pc:sldChg>
      <pc:sldChg chg="addSp delSp modSp add del mod ord">
        <pc:chgData name="Xin Luo" userId="82312ee5779919a4" providerId="LiveId" clId="{94E43BDB-720C-FE4E-82EC-62DC7FE1B799}" dt="2023-02-26T13:31:11.099" v="4891" actId="20577"/>
        <pc:sldMkLst>
          <pc:docMk/>
          <pc:sldMk cId="1209572041" sldId="2722"/>
        </pc:sldMkLst>
        <pc:spChg chg="mod">
          <ac:chgData name="Xin Luo" userId="82312ee5779919a4" providerId="LiveId" clId="{94E43BDB-720C-FE4E-82EC-62DC7FE1B799}" dt="2023-02-25T13:30:51.201" v="3348" actId="20577"/>
          <ac:spMkLst>
            <pc:docMk/>
            <pc:sldMk cId="1209572041" sldId="2722"/>
            <ac:spMk id="11" creationId="{53A7E693-8098-76C4-CD5D-47166ABEB164}"/>
          </ac:spMkLst>
        </pc:spChg>
        <pc:spChg chg="add del mod">
          <ac:chgData name="Xin Luo" userId="82312ee5779919a4" providerId="LiveId" clId="{94E43BDB-720C-FE4E-82EC-62DC7FE1B799}" dt="2023-02-26T13:31:11.099" v="4891" actId="20577"/>
          <ac:spMkLst>
            <pc:docMk/>
            <pc:sldMk cId="1209572041" sldId="2722"/>
            <ac:spMk id="13" creationId="{303BC878-BC57-D350-27A3-F03AE48213AC}"/>
          </ac:spMkLst>
        </pc:spChg>
      </pc:sldChg>
      <pc:sldChg chg="del">
        <pc:chgData name="Xin Luo" userId="82312ee5779919a4" providerId="LiveId" clId="{94E43BDB-720C-FE4E-82EC-62DC7FE1B799}" dt="2023-02-25T02:11:00.233" v="255" actId="2696"/>
        <pc:sldMkLst>
          <pc:docMk/>
          <pc:sldMk cId="655142816" sldId="2737"/>
        </pc:sldMkLst>
      </pc:sldChg>
      <pc:sldChg chg="del">
        <pc:chgData name="Xin Luo" userId="82312ee5779919a4" providerId="LiveId" clId="{94E43BDB-720C-FE4E-82EC-62DC7FE1B799}" dt="2023-02-25T02:03:23.759" v="245" actId="2696"/>
        <pc:sldMkLst>
          <pc:docMk/>
          <pc:sldMk cId="4156684215" sldId="2738"/>
        </pc:sldMkLst>
      </pc:sldChg>
      <pc:sldChg chg="add del">
        <pc:chgData name="Xin Luo" userId="82312ee5779919a4" providerId="LiveId" clId="{94E43BDB-720C-FE4E-82EC-62DC7FE1B799}" dt="2023-02-25T02:20:45.927" v="347" actId="2696"/>
        <pc:sldMkLst>
          <pc:docMk/>
          <pc:sldMk cId="2776132283" sldId="2739"/>
        </pc:sldMkLst>
      </pc:sldChg>
      <pc:sldChg chg="del">
        <pc:chgData name="Xin Luo" userId="82312ee5779919a4" providerId="LiveId" clId="{94E43BDB-720C-FE4E-82EC-62DC7FE1B799}" dt="2023-02-25T02:11:11.413" v="257" actId="2696"/>
        <pc:sldMkLst>
          <pc:docMk/>
          <pc:sldMk cId="2510358707" sldId="2740"/>
        </pc:sldMkLst>
      </pc:sldChg>
      <pc:sldChg chg="add del">
        <pc:chgData name="Xin Luo" userId="82312ee5779919a4" providerId="LiveId" clId="{94E43BDB-720C-FE4E-82EC-62DC7FE1B799}" dt="2023-02-25T02:20:45.923" v="345" actId="2696"/>
        <pc:sldMkLst>
          <pc:docMk/>
          <pc:sldMk cId="2476237792" sldId="2741"/>
        </pc:sldMkLst>
      </pc:sldChg>
      <pc:sldChg chg="modSp add mod">
        <pc:chgData name="Xin Luo" userId="82312ee5779919a4" providerId="LiveId" clId="{94E43BDB-720C-FE4E-82EC-62DC7FE1B799}" dt="2023-02-25T02:11:43.848" v="299" actId="20577"/>
        <pc:sldMkLst>
          <pc:docMk/>
          <pc:sldMk cId="393940605" sldId="2742"/>
        </pc:sldMkLst>
        <pc:spChg chg="mod">
          <ac:chgData name="Xin Luo" userId="82312ee5779919a4" providerId="LiveId" clId="{94E43BDB-720C-FE4E-82EC-62DC7FE1B799}" dt="2023-02-25T02:11:43.848" v="299" actId="20577"/>
          <ac:spMkLst>
            <pc:docMk/>
            <pc:sldMk cId="393940605" sldId="2742"/>
            <ac:spMk id="7" creationId="{00000000-0000-0000-0000-000000000000}"/>
          </ac:spMkLst>
        </pc:spChg>
      </pc:sldChg>
      <pc:sldChg chg="modSp add mod">
        <pc:chgData name="Xin Luo" userId="82312ee5779919a4" providerId="LiveId" clId="{94E43BDB-720C-FE4E-82EC-62DC7FE1B799}" dt="2023-02-25T02:02:59.782" v="242" actId="20577"/>
        <pc:sldMkLst>
          <pc:docMk/>
          <pc:sldMk cId="3175231995" sldId="2743"/>
        </pc:sldMkLst>
        <pc:spChg chg="mod">
          <ac:chgData name="Xin Luo" userId="82312ee5779919a4" providerId="LiveId" clId="{94E43BDB-720C-FE4E-82EC-62DC7FE1B799}" dt="2023-02-25T02:02:59.782" v="242" actId="20577"/>
          <ac:spMkLst>
            <pc:docMk/>
            <pc:sldMk cId="3175231995" sldId="2743"/>
            <ac:spMk id="7" creationId="{00000000-0000-0000-0000-000000000000}"/>
          </ac:spMkLst>
        </pc:spChg>
      </pc:sldChg>
      <pc:sldChg chg="modSp add mod">
        <pc:chgData name="Xin Luo" userId="82312ee5779919a4" providerId="LiveId" clId="{94E43BDB-720C-FE4E-82EC-62DC7FE1B799}" dt="2023-02-25T05:46:31.283" v="970" actId="20577"/>
        <pc:sldMkLst>
          <pc:docMk/>
          <pc:sldMk cId="2038650065" sldId="2744"/>
        </pc:sldMkLst>
        <pc:spChg chg="mod">
          <ac:chgData name="Xin Luo" userId="82312ee5779919a4" providerId="LiveId" clId="{94E43BDB-720C-FE4E-82EC-62DC7FE1B799}" dt="2023-02-25T02:11:22.527" v="272" actId="20577"/>
          <ac:spMkLst>
            <pc:docMk/>
            <pc:sldMk cId="2038650065" sldId="2744"/>
            <ac:spMk id="3" creationId="{00000000-0000-0000-0000-000000000000}"/>
          </ac:spMkLst>
        </pc:spChg>
        <pc:spChg chg="mod">
          <ac:chgData name="Xin Luo" userId="82312ee5779919a4" providerId="LiveId" clId="{94E43BDB-720C-FE4E-82EC-62DC7FE1B799}" dt="2023-02-25T05:46:31.283" v="970" actId="20577"/>
          <ac:spMkLst>
            <pc:docMk/>
            <pc:sldMk cId="2038650065" sldId="2744"/>
            <ac:spMk id="5" creationId="{78502774-B04C-634F-1396-E5815996BC36}"/>
          </ac:spMkLst>
        </pc:spChg>
      </pc:sldChg>
      <pc:sldChg chg="add del">
        <pc:chgData name="Xin Luo" userId="82312ee5779919a4" providerId="LiveId" clId="{94E43BDB-720C-FE4E-82EC-62DC7FE1B799}" dt="2023-02-25T02:02:48.782" v="224"/>
        <pc:sldMkLst>
          <pc:docMk/>
          <pc:sldMk cId="3138454287" sldId="2744"/>
        </pc:sldMkLst>
      </pc:sldChg>
      <pc:sldChg chg="addSp delSp modSp add mod ord">
        <pc:chgData name="Xin Luo" userId="82312ee5779919a4" providerId="LiveId" clId="{94E43BDB-720C-FE4E-82EC-62DC7FE1B799}" dt="2023-02-25T15:14:11.080" v="3430" actId="20577"/>
        <pc:sldMkLst>
          <pc:docMk/>
          <pc:sldMk cId="2345376688" sldId="2745"/>
        </pc:sldMkLst>
        <pc:spChg chg="mod">
          <ac:chgData name="Xin Luo" userId="82312ee5779919a4" providerId="LiveId" clId="{94E43BDB-720C-FE4E-82EC-62DC7FE1B799}" dt="2023-02-25T15:14:11.080" v="3430" actId="20577"/>
          <ac:spMkLst>
            <pc:docMk/>
            <pc:sldMk cId="2345376688" sldId="2745"/>
            <ac:spMk id="2" creationId="{631AADB6-C88A-D817-4683-FC087E4E240F}"/>
          </ac:spMkLst>
        </pc:spChg>
        <pc:spChg chg="mod">
          <ac:chgData name="Xin Luo" userId="82312ee5779919a4" providerId="LiveId" clId="{94E43BDB-720C-FE4E-82EC-62DC7FE1B799}" dt="2023-02-25T02:12:30.474" v="330" actId="20577"/>
          <ac:spMkLst>
            <pc:docMk/>
            <pc:sldMk cId="2345376688" sldId="2745"/>
            <ac:spMk id="3" creationId="{00000000-0000-0000-0000-000000000000}"/>
          </ac:spMkLst>
        </pc:spChg>
        <pc:spChg chg="del">
          <ac:chgData name="Xin Luo" userId="82312ee5779919a4" providerId="LiveId" clId="{94E43BDB-720C-FE4E-82EC-62DC7FE1B799}" dt="2023-02-25T02:10:49.685" v="252" actId="478"/>
          <ac:spMkLst>
            <pc:docMk/>
            <pc:sldMk cId="2345376688" sldId="2745"/>
            <ac:spMk id="5" creationId="{78502774-B04C-634F-1396-E5815996BC36}"/>
          </ac:spMkLst>
        </pc:spChg>
        <pc:spChg chg="add del mod">
          <ac:chgData name="Xin Luo" userId="82312ee5779919a4" providerId="LiveId" clId="{94E43BDB-720C-FE4E-82EC-62DC7FE1B799}" dt="2023-02-25T15:11:57.753" v="3379" actId="478"/>
          <ac:spMkLst>
            <pc:docMk/>
            <pc:sldMk cId="2345376688" sldId="2745"/>
            <ac:spMk id="6" creationId="{3843671A-98DC-4668-E8DF-F825619755A9}"/>
          </ac:spMkLst>
        </pc:spChg>
        <pc:spChg chg="add mod">
          <ac:chgData name="Xin Luo" userId="82312ee5779919a4" providerId="LiveId" clId="{94E43BDB-720C-FE4E-82EC-62DC7FE1B799}" dt="2023-02-25T15:13:18.472" v="3425"/>
          <ac:spMkLst>
            <pc:docMk/>
            <pc:sldMk cId="2345376688" sldId="2745"/>
            <ac:spMk id="7" creationId="{90728D9D-D249-EA33-6E80-8B5C8EA26F4F}"/>
          </ac:spMkLst>
        </pc:spChg>
        <pc:picChg chg="del">
          <ac:chgData name="Xin Luo" userId="82312ee5779919a4" providerId="LiveId" clId="{94E43BDB-720C-FE4E-82EC-62DC7FE1B799}" dt="2023-02-25T02:10:55.317" v="254" actId="478"/>
          <ac:picMkLst>
            <pc:docMk/>
            <pc:sldMk cId="2345376688" sldId="2745"/>
            <ac:picMk id="1026" creationId="{75908E15-58DA-73BD-95F9-CACD1B8B9D82}"/>
          </ac:picMkLst>
        </pc:picChg>
        <pc:picChg chg="del">
          <ac:chgData name="Xin Luo" userId="82312ee5779919a4" providerId="LiveId" clId="{94E43BDB-720C-FE4E-82EC-62DC7FE1B799}" dt="2023-02-25T02:10:53.306" v="253" actId="478"/>
          <ac:picMkLst>
            <pc:docMk/>
            <pc:sldMk cId="2345376688" sldId="2745"/>
            <ac:picMk id="1028" creationId="{1E2BFB6C-B7E5-CAF9-B8CC-09A5029EC264}"/>
          </ac:picMkLst>
        </pc:picChg>
        <pc:picChg chg="del">
          <ac:chgData name="Xin Luo" userId="82312ee5779919a4" providerId="LiveId" clId="{94E43BDB-720C-FE4E-82EC-62DC7FE1B799}" dt="2023-02-25T02:10:53.306" v="253" actId="478"/>
          <ac:picMkLst>
            <pc:docMk/>
            <pc:sldMk cId="2345376688" sldId="2745"/>
            <ac:picMk id="1030" creationId="{CB7EE236-3D18-EC53-3225-10EBB3B4EC77}"/>
          </ac:picMkLst>
        </pc:picChg>
        <pc:picChg chg="del">
          <ac:chgData name="Xin Luo" userId="82312ee5779919a4" providerId="LiveId" clId="{94E43BDB-720C-FE4E-82EC-62DC7FE1B799}" dt="2023-02-25T02:10:53.306" v="253" actId="478"/>
          <ac:picMkLst>
            <pc:docMk/>
            <pc:sldMk cId="2345376688" sldId="2745"/>
            <ac:picMk id="1032" creationId="{BFA8C7BD-9CEC-ADA1-21BA-0EE8338C6EA3}"/>
          </ac:picMkLst>
        </pc:picChg>
      </pc:sldChg>
      <pc:sldChg chg="delSp modSp add del mod">
        <pc:chgData name="Xin Luo" userId="82312ee5779919a4" providerId="LiveId" clId="{94E43BDB-720C-FE4E-82EC-62DC7FE1B799}" dt="2023-02-25T06:06:58.623" v="1450" actId="2696"/>
        <pc:sldMkLst>
          <pc:docMk/>
          <pc:sldMk cId="3070956263" sldId="2746"/>
        </pc:sldMkLst>
        <pc:spChg chg="del">
          <ac:chgData name="Xin Luo" userId="82312ee5779919a4" providerId="LiveId" clId="{94E43BDB-720C-FE4E-82EC-62DC7FE1B799}" dt="2023-02-25T03:47:32.855" v="789" actId="478"/>
          <ac:spMkLst>
            <pc:docMk/>
            <pc:sldMk cId="3070956263" sldId="2746"/>
            <ac:spMk id="2" creationId="{631AADB6-C88A-D817-4683-FC087E4E240F}"/>
          </ac:spMkLst>
        </pc:spChg>
        <pc:spChg chg="mod">
          <ac:chgData name="Xin Luo" userId="82312ee5779919a4" providerId="LiveId" clId="{94E43BDB-720C-FE4E-82EC-62DC7FE1B799}" dt="2023-02-25T02:11:33.057" v="295" actId="20577"/>
          <ac:spMkLst>
            <pc:docMk/>
            <pc:sldMk cId="3070956263" sldId="2746"/>
            <ac:spMk id="3" creationId="{00000000-0000-0000-0000-000000000000}"/>
          </ac:spMkLst>
        </pc:spChg>
        <pc:spChg chg="mod">
          <ac:chgData name="Xin Luo" userId="82312ee5779919a4" providerId="LiveId" clId="{94E43BDB-720C-FE4E-82EC-62DC7FE1B799}" dt="2023-02-25T03:47:39.828" v="791" actId="20577"/>
          <ac:spMkLst>
            <pc:docMk/>
            <pc:sldMk cId="3070956263" sldId="2746"/>
            <ac:spMk id="6" creationId="{6741FEA2-C046-FD82-2800-2CB513792080}"/>
          </ac:spMkLst>
        </pc:spChg>
      </pc:sldChg>
      <pc:sldChg chg="addSp delSp modSp add mod ord">
        <pc:chgData name="Xin Luo" userId="82312ee5779919a4" providerId="LiveId" clId="{94E43BDB-720C-FE4E-82EC-62DC7FE1B799}" dt="2023-02-25T13:23:26.625" v="2935" actId="1035"/>
        <pc:sldMkLst>
          <pc:docMk/>
          <pc:sldMk cId="580867947" sldId="2747"/>
        </pc:sldMkLst>
        <pc:spChg chg="mod">
          <ac:chgData name="Xin Luo" userId="82312ee5779919a4" providerId="LiveId" clId="{94E43BDB-720C-FE4E-82EC-62DC7FE1B799}" dt="2023-02-25T11:10:26.422" v="2162" actId="20577"/>
          <ac:spMkLst>
            <pc:docMk/>
            <pc:sldMk cId="580867947" sldId="2747"/>
            <ac:spMk id="5" creationId="{78502774-B04C-634F-1396-E5815996BC36}"/>
          </ac:spMkLst>
        </pc:spChg>
        <pc:spChg chg="add del mod">
          <ac:chgData name="Xin Luo" userId="82312ee5779919a4" providerId="LiveId" clId="{94E43BDB-720C-FE4E-82EC-62DC7FE1B799}" dt="2023-02-25T09:14:40.222" v="1788" actId="478"/>
          <ac:spMkLst>
            <pc:docMk/>
            <pc:sldMk cId="580867947" sldId="2747"/>
            <ac:spMk id="11" creationId="{3ECA3BFA-CF62-0840-2043-47AC256F4E34}"/>
          </ac:spMkLst>
        </pc:spChg>
        <pc:spChg chg="add del mod">
          <ac:chgData name="Xin Luo" userId="82312ee5779919a4" providerId="LiveId" clId="{94E43BDB-720C-FE4E-82EC-62DC7FE1B799}" dt="2023-02-25T09:14:41.345" v="1789" actId="478"/>
          <ac:spMkLst>
            <pc:docMk/>
            <pc:sldMk cId="580867947" sldId="2747"/>
            <ac:spMk id="12" creationId="{AD1ABF6E-3EE4-7D4B-6D99-578DCE85F495}"/>
          </ac:spMkLst>
        </pc:spChg>
        <pc:spChg chg="add mod">
          <ac:chgData name="Xin Luo" userId="82312ee5779919a4" providerId="LiveId" clId="{94E43BDB-720C-FE4E-82EC-62DC7FE1B799}" dt="2023-02-25T09:16:23.626" v="1890" actId="1037"/>
          <ac:spMkLst>
            <pc:docMk/>
            <pc:sldMk cId="580867947" sldId="2747"/>
            <ac:spMk id="15" creationId="{A007F455-D474-DB62-804B-9BC7A451CBE8}"/>
          </ac:spMkLst>
        </pc:spChg>
        <pc:spChg chg="add mod">
          <ac:chgData name="Xin Luo" userId="82312ee5779919a4" providerId="LiveId" clId="{94E43BDB-720C-FE4E-82EC-62DC7FE1B799}" dt="2023-02-25T09:16:19.691" v="1883" actId="1038"/>
          <ac:spMkLst>
            <pc:docMk/>
            <pc:sldMk cId="580867947" sldId="2747"/>
            <ac:spMk id="16" creationId="{D2607FE3-605B-506F-F26E-20D3EFC570B2}"/>
          </ac:spMkLst>
        </pc:spChg>
        <pc:grpChg chg="add mod">
          <ac:chgData name="Xin Luo" userId="82312ee5779919a4" providerId="LiveId" clId="{94E43BDB-720C-FE4E-82EC-62DC7FE1B799}" dt="2023-02-25T13:23:26.625" v="2935" actId="1035"/>
          <ac:grpSpMkLst>
            <pc:docMk/>
            <pc:sldMk cId="580867947" sldId="2747"/>
            <ac:grpSpMk id="17" creationId="{DEBBA376-338B-77A1-B823-6E3F8EA644A9}"/>
          </ac:grpSpMkLst>
        </pc:grpChg>
        <pc:picChg chg="add mod">
          <ac:chgData name="Xin Luo" userId="82312ee5779919a4" providerId="LiveId" clId="{94E43BDB-720C-FE4E-82EC-62DC7FE1B799}" dt="2023-02-25T13:23:26.625" v="2935" actId="1035"/>
          <ac:picMkLst>
            <pc:docMk/>
            <pc:sldMk cId="580867947" sldId="2747"/>
            <ac:picMk id="6" creationId="{B7028E15-ACC2-1C34-CBCC-DF1802A2573F}"/>
          </ac:picMkLst>
        </pc:picChg>
        <pc:picChg chg="add del mod">
          <ac:chgData name="Xin Luo" userId="82312ee5779919a4" providerId="LiveId" clId="{94E43BDB-720C-FE4E-82EC-62DC7FE1B799}" dt="2023-02-25T09:12:56.104" v="1771" actId="478"/>
          <ac:picMkLst>
            <pc:docMk/>
            <pc:sldMk cId="580867947" sldId="2747"/>
            <ac:picMk id="8" creationId="{78D05813-9EA4-EA8C-4C95-109585AE9768}"/>
          </ac:picMkLst>
        </pc:picChg>
        <pc:picChg chg="add del mod">
          <ac:chgData name="Xin Luo" userId="82312ee5779919a4" providerId="LiveId" clId="{94E43BDB-720C-FE4E-82EC-62DC7FE1B799}" dt="2023-02-25T09:14:39.160" v="1787" actId="478"/>
          <ac:picMkLst>
            <pc:docMk/>
            <pc:sldMk cId="580867947" sldId="2747"/>
            <ac:picMk id="10" creationId="{E7069A29-D46B-3705-BF2F-F461D2175816}"/>
          </ac:picMkLst>
        </pc:picChg>
        <pc:picChg chg="add mod">
          <ac:chgData name="Xin Luo" userId="82312ee5779919a4" providerId="LiveId" clId="{94E43BDB-720C-FE4E-82EC-62DC7FE1B799}" dt="2023-02-25T09:16:00.871" v="1871" actId="164"/>
          <ac:picMkLst>
            <pc:docMk/>
            <pc:sldMk cId="580867947" sldId="2747"/>
            <ac:picMk id="14" creationId="{0683883D-6346-EF5A-B5AE-9D0C983B748A}"/>
          </ac:picMkLst>
        </pc:picChg>
      </pc:sldChg>
      <pc:sldChg chg="add del">
        <pc:chgData name="Xin Luo" userId="82312ee5779919a4" providerId="LiveId" clId="{94E43BDB-720C-FE4E-82EC-62DC7FE1B799}" dt="2023-02-25T02:11:52.150" v="301"/>
        <pc:sldMkLst>
          <pc:docMk/>
          <pc:sldMk cId="2239497426" sldId="2747"/>
        </pc:sldMkLst>
      </pc:sldChg>
      <pc:sldChg chg="add del">
        <pc:chgData name="Xin Luo" userId="82312ee5779919a4" providerId="LiveId" clId="{94E43BDB-720C-FE4E-82EC-62DC7FE1B799}" dt="2023-02-25T02:12:20.540" v="308"/>
        <pc:sldMkLst>
          <pc:docMk/>
          <pc:sldMk cId="3888858746" sldId="2747"/>
        </pc:sldMkLst>
      </pc:sldChg>
      <pc:sldChg chg="modSp add del mod">
        <pc:chgData name="Xin Luo" userId="82312ee5779919a4" providerId="LiveId" clId="{94E43BDB-720C-FE4E-82EC-62DC7FE1B799}" dt="2023-02-25T09:42:59.158" v="1955" actId="2696"/>
        <pc:sldMkLst>
          <pc:docMk/>
          <pc:sldMk cId="3113299723" sldId="2748"/>
        </pc:sldMkLst>
        <pc:spChg chg="mod">
          <ac:chgData name="Xin Luo" userId="82312ee5779919a4" providerId="LiveId" clId="{94E43BDB-720C-FE4E-82EC-62DC7FE1B799}" dt="2023-02-25T06:13:55.682" v="1551" actId="20577"/>
          <ac:spMkLst>
            <pc:docMk/>
            <pc:sldMk cId="3113299723" sldId="2748"/>
            <ac:spMk id="2" creationId="{631AADB6-C88A-D817-4683-FC087E4E240F}"/>
          </ac:spMkLst>
        </pc:spChg>
        <pc:spChg chg="mod">
          <ac:chgData name="Xin Luo" userId="82312ee5779919a4" providerId="LiveId" clId="{94E43BDB-720C-FE4E-82EC-62DC7FE1B799}" dt="2023-02-25T06:14:01.330" v="1560" actId="20577"/>
          <ac:spMkLst>
            <pc:docMk/>
            <pc:sldMk cId="3113299723" sldId="2748"/>
            <ac:spMk id="5" creationId="{78502774-B04C-634F-1396-E5815996BC36}"/>
          </ac:spMkLst>
        </pc:spChg>
      </pc:sldChg>
      <pc:sldChg chg="modSp add del mod">
        <pc:chgData name="Xin Luo" userId="82312ee5779919a4" providerId="LiveId" clId="{94E43BDB-720C-FE4E-82EC-62DC7FE1B799}" dt="2023-02-25T06:13:25.290" v="1501" actId="2696"/>
        <pc:sldMkLst>
          <pc:docMk/>
          <pc:sldMk cId="2923402977" sldId="2749"/>
        </pc:sldMkLst>
        <pc:spChg chg="mod">
          <ac:chgData name="Xin Luo" userId="82312ee5779919a4" providerId="LiveId" clId="{94E43BDB-720C-FE4E-82EC-62DC7FE1B799}" dt="2023-02-25T02:23:42.660" v="467" actId="20577"/>
          <ac:spMkLst>
            <pc:docMk/>
            <pc:sldMk cId="2923402977" sldId="2749"/>
            <ac:spMk id="2" creationId="{631AADB6-C88A-D817-4683-FC087E4E240F}"/>
          </ac:spMkLst>
        </pc:spChg>
        <pc:spChg chg="mod">
          <ac:chgData name="Xin Luo" userId="82312ee5779919a4" providerId="LiveId" clId="{94E43BDB-720C-FE4E-82EC-62DC7FE1B799}" dt="2023-02-25T06:07:13.050" v="1455" actId="20577"/>
          <ac:spMkLst>
            <pc:docMk/>
            <pc:sldMk cId="2923402977" sldId="2749"/>
            <ac:spMk id="5" creationId="{78502774-B04C-634F-1396-E5815996BC36}"/>
          </ac:spMkLst>
        </pc:spChg>
      </pc:sldChg>
      <pc:sldChg chg="modSp add del mod">
        <pc:chgData name="Xin Luo" userId="82312ee5779919a4" providerId="LiveId" clId="{94E43BDB-720C-FE4E-82EC-62DC7FE1B799}" dt="2023-02-25T06:06:37.296" v="1449" actId="2696"/>
        <pc:sldMkLst>
          <pc:docMk/>
          <pc:sldMk cId="513901059" sldId="2750"/>
        </pc:sldMkLst>
        <pc:spChg chg="mod">
          <ac:chgData name="Xin Luo" userId="82312ee5779919a4" providerId="LiveId" clId="{94E43BDB-720C-FE4E-82EC-62DC7FE1B799}" dt="2023-02-25T05:42:44.555" v="815" actId="20577"/>
          <ac:spMkLst>
            <pc:docMk/>
            <pc:sldMk cId="513901059" sldId="2750"/>
            <ac:spMk id="5" creationId="{78502774-B04C-634F-1396-E5815996BC36}"/>
          </ac:spMkLst>
        </pc:spChg>
      </pc:sldChg>
      <pc:sldChg chg="addSp delSp modSp add mod">
        <pc:chgData name="Xin Luo" userId="82312ee5779919a4" providerId="LiveId" clId="{94E43BDB-720C-FE4E-82EC-62DC7FE1B799}" dt="2023-02-25T06:06:25.021" v="1448" actId="5793"/>
        <pc:sldMkLst>
          <pc:docMk/>
          <pc:sldMk cId="2245643700" sldId="2751"/>
        </pc:sldMkLst>
        <pc:spChg chg="mod">
          <ac:chgData name="Xin Luo" userId="82312ee5779919a4" providerId="LiveId" clId="{94E43BDB-720C-FE4E-82EC-62DC7FE1B799}" dt="2023-02-25T05:48:38.798" v="1029" actId="20577"/>
          <ac:spMkLst>
            <pc:docMk/>
            <pc:sldMk cId="2245643700" sldId="2751"/>
            <ac:spMk id="2" creationId="{631AADB6-C88A-D817-4683-FC087E4E240F}"/>
          </ac:spMkLst>
        </pc:spChg>
        <pc:spChg chg="add mod">
          <ac:chgData name="Xin Luo" userId="82312ee5779919a4" providerId="LiveId" clId="{94E43BDB-720C-FE4E-82EC-62DC7FE1B799}" dt="2023-02-25T06:05:19.091" v="1392" actId="1076"/>
          <ac:spMkLst>
            <pc:docMk/>
            <pc:sldMk cId="2245643700" sldId="2751"/>
            <ac:spMk id="4" creationId="{5890849C-B6D7-E82C-6F19-E8BC73B44DEE}"/>
          </ac:spMkLst>
        </pc:spChg>
        <pc:spChg chg="del">
          <ac:chgData name="Xin Luo" userId="82312ee5779919a4" providerId="LiveId" clId="{94E43BDB-720C-FE4E-82EC-62DC7FE1B799}" dt="2023-02-25T05:46:39.352" v="972" actId="478"/>
          <ac:spMkLst>
            <pc:docMk/>
            <pc:sldMk cId="2245643700" sldId="2751"/>
            <ac:spMk id="5" creationId="{78502774-B04C-634F-1396-E5815996BC36}"/>
          </ac:spMkLst>
        </pc:spChg>
        <pc:spChg chg="add mod">
          <ac:chgData name="Xin Luo" userId="82312ee5779919a4" providerId="LiveId" clId="{94E43BDB-720C-FE4E-82EC-62DC7FE1B799}" dt="2023-02-25T06:06:25.021" v="1448" actId="5793"/>
          <ac:spMkLst>
            <pc:docMk/>
            <pc:sldMk cId="2245643700" sldId="2751"/>
            <ac:spMk id="7" creationId="{6A0464DA-16D3-0757-416F-B5FC79C9913C}"/>
          </ac:spMkLst>
        </pc:spChg>
      </pc:sldChg>
      <pc:sldChg chg="modSp add mod ord">
        <pc:chgData name="Xin Luo" userId="82312ee5779919a4" providerId="LiveId" clId="{94E43BDB-720C-FE4E-82EC-62DC7FE1B799}" dt="2023-02-25T12:27:43.216" v="2531" actId="20577"/>
        <pc:sldMkLst>
          <pc:docMk/>
          <pc:sldMk cId="3400956243" sldId="2752"/>
        </pc:sldMkLst>
        <pc:spChg chg="mod">
          <ac:chgData name="Xin Luo" userId="82312ee5779919a4" providerId="LiveId" clId="{94E43BDB-720C-FE4E-82EC-62DC7FE1B799}" dt="2023-02-25T09:43:50.290" v="1992" actId="20577"/>
          <ac:spMkLst>
            <pc:docMk/>
            <pc:sldMk cId="3400956243" sldId="2752"/>
            <ac:spMk id="2" creationId="{631AADB6-C88A-D817-4683-FC087E4E240F}"/>
          </ac:spMkLst>
        </pc:spChg>
        <pc:spChg chg="mod">
          <ac:chgData name="Xin Luo" userId="82312ee5779919a4" providerId="LiveId" clId="{94E43BDB-720C-FE4E-82EC-62DC7FE1B799}" dt="2023-02-25T12:27:43.216" v="2531" actId="20577"/>
          <ac:spMkLst>
            <pc:docMk/>
            <pc:sldMk cId="3400956243" sldId="2752"/>
            <ac:spMk id="5" creationId="{78502774-B04C-634F-1396-E5815996BC36}"/>
          </ac:spMkLst>
        </pc:spChg>
      </pc:sldChg>
      <pc:sldChg chg="addSp delSp modSp add mod">
        <pc:chgData name="Xin Luo" userId="82312ee5779919a4" providerId="LiveId" clId="{94E43BDB-720C-FE4E-82EC-62DC7FE1B799}" dt="2023-02-26T14:34:47.550" v="4909" actId="20577"/>
        <pc:sldMkLst>
          <pc:docMk/>
          <pc:sldMk cId="3929071932" sldId="2753"/>
        </pc:sldMkLst>
        <pc:spChg chg="mod">
          <ac:chgData name="Xin Luo" userId="82312ee5779919a4" providerId="LiveId" clId="{94E43BDB-720C-FE4E-82EC-62DC7FE1B799}" dt="2023-02-25T13:24:58.871" v="2996" actId="20577"/>
          <ac:spMkLst>
            <pc:docMk/>
            <pc:sldMk cId="3929071932" sldId="2753"/>
            <ac:spMk id="2" creationId="{631AADB6-C88A-D817-4683-FC087E4E240F}"/>
          </ac:spMkLst>
        </pc:spChg>
        <pc:spChg chg="mod">
          <ac:chgData name="Xin Luo" userId="82312ee5779919a4" providerId="LiveId" clId="{94E43BDB-720C-FE4E-82EC-62DC7FE1B799}" dt="2023-02-26T14:34:47.550" v="4909" actId="20577"/>
          <ac:spMkLst>
            <pc:docMk/>
            <pc:sldMk cId="3929071932" sldId="2753"/>
            <ac:spMk id="5" creationId="{78502774-B04C-634F-1396-E5815996BC36}"/>
          </ac:spMkLst>
        </pc:spChg>
        <pc:spChg chg="add del mod">
          <ac:chgData name="Xin Luo" userId="82312ee5779919a4" providerId="LiveId" clId="{94E43BDB-720C-FE4E-82EC-62DC7FE1B799}" dt="2023-02-25T13:25:08.456" v="3011" actId="478"/>
          <ac:spMkLst>
            <pc:docMk/>
            <pc:sldMk cId="3929071932" sldId="2753"/>
            <ac:spMk id="6" creationId="{C9D2E8F2-74DF-74E3-6D8B-0AA575E537F5}"/>
          </ac:spMkLst>
        </pc:spChg>
      </pc:sldChg>
      <pc:sldChg chg="modSp add del mod">
        <pc:chgData name="Xin Luo" userId="82312ee5779919a4" providerId="LiveId" clId="{94E43BDB-720C-FE4E-82EC-62DC7FE1B799}" dt="2023-02-25T09:44:09.739" v="1996" actId="2696"/>
        <pc:sldMkLst>
          <pc:docMk/>
          <pc:sldMk cId="4094603289" sldId="2754"/>
        </pc:sldMkLst>
        <pc:spChg chg="mod">
          <ac:chgData name="Xin Luo" userId="82312ee5779919a4" providerId="LiveId" clId="{94E43BDB-720C-FE4E-82EC-62DC7FE1B799}" dt="2023-02-25T09:42:50.885" v="1954" actId="20577"/>
          <ac:spMkLst>
            <pc:docMk/>
            <pc:sldMk cId="4094603289" sldId="2754"/>
            <ac:spMk id="2" creationId="{631AADB6-C88A-D817-4683-FC087E4E240F}"/>
          </ac:spMkLst>
        </pc:spChg>
      </pc:sldChg>
      <pc:sldChg chg="modSp add del mod">
        <pc:chgData name="Xin Luo" userId="82312ee5779919a4" providerId="LiveId" clId="{94E43BDB-720C-FE4E-82EC-62DC7FE1B799}" dt="2023-02-25T13:17:55.904" v="2924" actId="2696"/>
        <pc:sldMkLst>
          <pc:docMk/>
          <pc:sldMk cId="2537171141" sldId="2755"/>
        </pc:sldMkLst>
        <pc:spChg chg="mod">
          <ac:chgData name="Xin Luo" userId="82312ee5779919a4" providerId="LiveId" clId="{94E43BDB-720C-FE4E-82EC-62DC7FE1B799}" dt="2023-02-25T09:44:24.388" v="2022" actId="20577"/>
          <ac:spMkLst>
            <pc:docMk/>
            <pc:sldMk cId="2537171141" sldId="2755"/>
            <ac:spMk id="2" creationId="{631AADB6-C88A-D817-4683-FC087E4E240F}"/>
          </ac:spMkLst>
        </pc:spChg>
      </pc:sldChg>
      <pc:sldChg chg="modSp add del mod">
        <pc:chgData name="Xin Luo" userId="82312ee5779919a4" providerId="LiveId" clId="{94E43BDB-720C-FE4E-82EC-62DC7FE1B799}" dt="2023-02-25T13:17:55.913" v="2925" actId="2696"/>
        <pc:sldMkLst>
          <pc:docMk/>
          <pc:sldMk cId="1494698131" sldId="2756"/>
        </pc:sldMkLst>
        <pc:spChg chg="mod">
          <ac:chgData name="Xin Luo" userId="82312ee5779919a4" providerId="LiveId" clId="{94E43BDB-720C-FE4E-82EC-62DC7FE1B799}" dt="2023-02-25T09:44:37.236" v="2046" actId="20577"/>
          <ac:spMkLst>
            <pc:docMk/>
            <pc:sldMk cId="1494698131" sldId="2756"/>
            <ac:spMk id="2" creationId="{631AADB6-C88A-D817-4683-FC087E4E240F}"/>
          </ac:spMkLst>
        </pc:spChg>
      </pc:sldChg>
      <pc:sldChg chg="addSp delSp modSp add mod ord">
        <pc:chgData name="Xin Luo" userId="82312ee5779919a4" providerId="LiveId" clId="{94E43BDB-720C-FE4E-82EC-62DC7FE1B799}" dt="2023-02-26T14:43:44.225" v="4913" actId="20578"/>
        <pc:sldMkLst>
          <pc:docMk/>
          <pc:sldMk cId="1157508697" sldId="2757"/>
        </pc:sldMkLst>
        <pc:spChg chg="add del mod">
          <ac:chgData name="Xin Luo" userId="82312ee5779919a4" providerId="LiveId" clId="{94E43BDB-720C-FE4E-82EC-62DC7FE1B799}" dt="2023-02-25T11:40:58.762" v="2259" actId="478"/>
          <ac:spMkLst>
            <pc:docMk/>
            <pc:sldMk cId="1157508697" sldId="2757"/>
            <ac:spMk id="4" creationId="{E6E19FF7-964C-AC20-F231-C470D13016F8}"/>
          </ac:spMkLst>
        </pc:spChg>
        <pc:spChg chg="mod">
          <ac:chgData name="Xin Luo" userId="82312ee5779919a4" providerId="LiveId" clId="{94E43BDB-720C-FE4E-82EC-62DC7FE1B799}" dt="2023-02-25T12:46:45.761" v="2652" actId="20577"/>
          <ac:spMkLst>
            <pc:docMk/>
            <pc:sldMk cId="1157508697" sldId="2757"/>
            <ac:spMk id="5" creationId="{78502774-B04C-634F-1396-E5815996BC36}"/>
          </ac:spMkLst>
        </pc:spChg>
        <pc:spChg chg="add del mod">
          <ac:chgData name="Xin Luo" userId="82312ee5779919a4" providerId="LiveId" clId="{94E43BDB-720C-FE4E-82EC-62DC7FE1B799}" dt="2023-02-25T11:40:58.762" v="2259" actId="478"/>
          <ac:spMkLst>
            <pc:docMk/>
            <pc:sldMk cId="1157508697" sldId="2757"/>
            <ac:spMk id="7" creationId="{FF6A9C21-82F7-8514-247B-B4F11828C95F}"/>
          </ac:spMkLst>
        </pc:spChg>
        <pc:spChg chg="add del mod">
          <ac:chgData name="Xin Luo" userId="82312ee5779919a4" providerId="LiveId" clId="{94E43BDB-720C-FE4E-82EC-62DC7FE1B799}" dt="2023-02-25T11:40:58.762" v="2259" actId="478"/>
          <ac:spMkLst>
            <pc:docMk/>
            <pc:sldMk cId="1157508697" sldId="2757"/>
            <ac:spMk id="8" creationId="{A17ECF76-7E26-1ACE-4B43-22E86158F2A1}"/>
          </ac:spMkLst>
        </pc:spChg>
        <pc:spChg chg="add del mod">
          <ac:chgData name="Xin Luo" userId="82312ee5779919a4" providerId="LiveId" clId="{94E43BDB-720C-FE4E-82EC-62DC7FE1B799}" dt="2023-02-25T11:40:58.762" v="2259" actId="478"/>
          <ac:spMkLst>
            <pc:docMk/>
            <pc:sldMk cId="1157508697" sldId="2757"/>
            <ac:spMk id="9" creationId="{5804DA9F-1EDE-D487-929D-7380DA911896}"/>
          </ac:spMkLst>
        </pc:spChg>
        <pc:spChg chg="add del mod">
          <ac:chgData name="Xin Luo" userId="82312ee5779919a4" providerId="LiveId" clId="{94E43BDB-720C-FE4E-82EC-62DC7FE1B799}" dt="2023-02-25T11:40:58.762" v="2259" actId="478"/>
          <ac:spMkLst>
            <pc:docMk/>
            <pc:sldMk cId="1157508697" sldId="2757"/>
            <ac:spMk id="10" creationId="{E0BA14F3-333B-5953-203B-420304A80077}"/>
          </ac:spMkLst>
        </pc:spChg>
        <pc:spChg chg="add del mod">
          <ac:chgData name="Xin Luo" userId="82312ee5779919a4" providerId="LiveId" clId="{94E43BDB-720C-FE4E-82EC-62DC7FE1B799}" dt="2023-02-25T11:40:58.762" v="2259" actId="478"/>
          <ac:spMkLst>
            <pc:docMk/>
            <pc:sldMk cId="1157508697" sldId="2757"/>
            <ac:spMk id="11" creationId="{549752CE-6C25-8C15-891C-7F41D618D12E}"/>
          </ac:spMkLst>
        </pc:spChg>
        <pc:grpChg chg="del">
          <ac:chgData name="Xin Luo" userId="82312ee5779919a4" providerId="LiveId" clId="{94E43BDB-720C-FE4E-82EC-62DC7FE1B799}" dt="2023-02-25T09:49:28.342" v="2069" actId="478"/>
          <ac:grpSpMkLst>
            <pc:docMk/>
            <pc:sldMk cId="1157508697" sldId="2757"/>
            <ac:grpSpMk id="17" creationId="{DEBBA376-338B-77A1-B823-6E3F8EA644A9}"/>
          </ac:grpSpMkLst>
        </pc:grpChg>
        <pc:grpChg chg="add mod">
          <ac:chgData name="Xin Luo" userId="82312ee5779919a4" providerId="LiveId" clId="{94E43BDB-720C-FE4E-82EC-62DC7FE1B799}" dt="2023-02-25T13:23:34.294" v="2941" actId="1035"/>
          <ac:grpSpMkLst>
            <pc:docMk/>
            <pc:sldMk cId="1157508697" sldId="2757"/>
            <ac:grpSpMk id="22" creationId="{BA4C2415-490B-F3C5-D5E8-A263DD477CBB}"/>
          </ac:grpSpMkLst>
        </pc:grpChg>
        <pc:picChg chg="del">
          <ac:chgData name="Xin Luo" userId="82312ee5779919a4" providerId="LiveId" clId="{94E43BDB-720C-FE4E-82EC-62DC7FE1B799}" dt="2023-02-25T09:49:27.369" v="2068" actId="478"/>
          <ac:picMkLst>
            <pc:docMk/>
            <pc:sldMk cId="1157508697" sldId="2757"/>
            <ac:picMk id="6" creationId="{B7028E15-ACC2-1C34-CBCC-DF1802A2573F}"/>
          </ac:picMkLst>
        </pc:picChg>
        <pc:picChg chg="add mod">
          <ac:chgData name="Xin Luo" userId="82312ee5779919a4" providerId="LiveId" clId="{94E43BDB-720C-FE4E-82EC-62DC7FE1B799}" dt="2023-02-25T13:23:36.969" v="2950" actId="1038"/>
          <ac:picMkLst>
            <pc:docMk/>
            <pc:sldMk cId="1157508697" sldId="2757"/>
            <ac:picMk id="13" creationId="{F0BBAA1F-56C6-D7A7-0627-A15F8B192488}"/>
          </ac:picMkLst>
        </pc:picChg>
        <pc:picChg chg="add mod">
          <ac:chgData name="Xin Luo" userId="82312ee5779919a4" providerId="LiveId" clId="{94E43BDB-720C-FE4E-82EC-62DC7FE1B799}" dt="2023-02-25T11:41:13.700" v="2271" actId="164"/>
          <ac:picMkLst>
            <pc:docMk/>
            <pc:sldMk cId="1157508697" sldId="2757"/>
            <ac:picMk id="19" creationId="{7C2B1373-2928-39A6-4B44-DA379040F193}"/>
          </ac:picMkLst>
        </pc:picChg>
        <pc:picChg chg="add mod">
          <ac:chgData name="Xin Luo" userId="82312ee5779919a4" providerId="LiveId" clId="{94E43BDB-720C-FE4E-82EC-62DC7FE1B799}" dt="2023-02-25T13:23:42.156" v="2962" actId="1038"/>
          <ac:picMkLst>
            <pc:docMk/>
            <pc:sldMk cId="1157508697" sldId="2757"/>
            <ac:picMk id="21" creationId="{23B871CC-01AE-14C3-A9C0-7C4929687223}"/>
          </ac:picMkLst>
        </pc:picChg>
        <pc:picChg chg="add del mod">
          <ac:chgData name="Xin Luo" userId="82312ee5779919a4" providerId="LiveId" clId="{94E43BDB-720C-FE4E-82EC-62DC7FE1B799}" dt="2023-02-25T11:40:56.750" v="2258" actId="478"/>
          <ac:picMkLst>
            <pc:docMk/>
            <pc:sldMk cId="1157508697" sldId="2757"/>
            <ac:picMk id="1026" creationId="{00D412F6-E9C5-6D7E-F486-B0F084726009}"/>
          </ac:picMkLst>
        </pc:picChg>
      </pc:sldChg>
      <pc:sldChg chg="delSp modSp add del mod">
        <pc:chgData name="Xin Luo" userId="82312ee5779919a4" providerId="LiveId" clId="{94E43BDB-720C-FE4E-82EC-62DC7FE1B799}" dt="2023-02-25T11:40:46.090" v="2257" actId="2696"/>
        <pc:sldMkLst>
          <pc:docMk/>
          <pc:sldMk cId="3280031918" sldId="2758"/>
        </pc:sldMkLst>
        <pc:spChg chg="mod">
          <ac:chgData name="Xin Luo" userId="82312ee5779919a4" providerId="LiveId" clId="{94E43BDB-720C-FE4E-82EC-62DC7FE1B799}" dt="2023-02-25T11:38:52.484" v="2243" actId="1038"/>
          <ac:spMkLst>
            <pc:docMk/>
            <pc:sldMk cId="3280031918" sldId="2758"/>
            <ac:spMk id="4" creationId="{E6E19FF7-964C-AC20-F231-C470D13016F8}"/>
          </ac:spMkLst>
        </pc:spChg>
        <pc:spChg chg="del">
          <ac:chgData name="Xin Luo" userId="82312ee5779919a4" providerId="LiveId" clId="{94E43BDB-720C-FE4E-82EC-62DC7FE1B799}" dt="2023-02-25T11:38:42.165" v="2235" actId="478"/>
          <ac:spMkLst>
            <pc:docMk/>
            <pc:sldMk cId="3280031918" sldId="2758"/>
            <ac:spMk id="5" creationId="{78502774-B04C-634F-1396-E5815996BC36}"/>
          </ac:spMkLst>
        </pc:spChg>
        <pc:spChg chg="mod">
          <ac:chgData name="Xin Luo" userId="82312ee5779919a4" providerId="LiveId" clId="{94E43BDB-720C-FE4E-82EC-62DC7FE1B799}" dt="2023-02-25T11:38:52.484" v="2243" actId="1038"/>
          <ac:spMkLst>
            <pc:docMk/>
            <pc:sldMk cId="3280031918" sldId="2758"/>
            <ac:spMk id="7" creationId="{FF6A9C21-82F7-8514-247B-B4F11828C95F}"/>
          </ac:spMkLst>
        </pc:spChg>
        <pc:spChg chg="mod">
          <ac:chgData name="Xin Luo" userId="82312ee5779919a4" providerId="LiveId" clId="{94E43BDB-720C-FE4E-82EC-62DC7FE1B799}" dt="2023-02-25T11:39:39.978" v="2255" actId="14100"/>
          <ac:spMkLst>
            <pc:docMk/>
            <pc:sldMk cId="3280031918" sldId="2758"/>
            <ac:spMk id="8" creationId="{A17ECF76-7E26-1ACE-4B43-22E86158F2A1}"/>
          </ac:spMkLst>
        </pc:spChg>
        <pc:spChg chg="mod">
          <ac:chgData name="Xin Luo" userId="82312ee5779919a4" providerId="LiveId" clId="{94E43BDB-720C-FE4E-82EC-62DC7FE1B799}" dt="2023-02-25T11:39:47.596" v="2256" actId="14100"/>
          <ac:spMkLst>
            <pc:docMk/>
            <pc:sldMk cId="3280031918" sldId="2758"/>
            <ac:spMk id="9" creationId="{5804DA9F-1EDE-D487-929D-7380DA911896}"/>
          </ac:spMkLst>
        </pc:spChg>
        <pc:spChg chg="mod">
          <ac:chgData name="Xin Luo" userId="82312ee5779919a4" providerId="LiveId" clId="{94E43BDB-720C-FE4E-82EC-62DC7FE1B799}" dt="2023-02-25T11:39:22.131" v="2253" actId="14100"/>
          <ac:spMkLst>
            <pc:docMk/>
            <pc:sldMk cId="3280031918" sldId="2758"/>
            <ac:spMk id="10" creationId="{E0BA14F3-333B-5953-203B-420304A80077}"/>
          </ac:spMkLst>
        </pc:spChg>
        <pc:spChg chg="mod">
          <ac:chgData name="Xin Luo" userId="82312ee5779919a4" providerId="LiveId" clId="{94E43BDB-720C-FE4E-82EC-62DC7FE1B799}" dt="2023-02-25T11:39:39.978" v="2255" actId="14100"/>
          <ac:spMkLst>
            <pc:docMk/>
            <pc:sldMk cId="3280031918" sldId="2758"/>
            <ac:spMk id="11" creationId="{549752CE-6C25-8C15-891C-7F41D618D12E}"/>
          </ac:spMkLst>
        </pc:spChg>
        <pc:picChg chg="mod">
          <ac:chgData name="Xin Luo" userId="82312ee5779919a4" providerId="LiveId" clId="{94E43BDB-720C-FE4E-82EC-62DC7FE1B799}" dt="2023-02-25T11:39:33.992" v="2254" actId="14100"/>
          <ac:picMkLst>
            <pc:docMk/>
            <pc:sldMk cId="3280031918" sldId="2758"/>
            <ac:picMk id="1026" creationId="{00D412F6-E9C5-6D7E-F486-B0F084726009}"/>
          </ac:picMkLst>
        </pc:picChg>
      </pc:sldChg>
      <pc:sldChg chg="addSp delSp modSp add mod ord">
        <pc:chgData name="Xin Luo" userId="82312ee5779919a4" providerId="LiveId" clId="{94E43BDB-720C-FE4E-82EC-62DC7FE1B799}" dt="2023-02-26T14:43:25.940" v="4910" actId="20578"/>
        <pc:sldMkLst>
          <pc:docMk/>
          <pc:sldMk cId="4211155851" sldId="2758"/>
        </pc:sldMkLst>
        <pc:spChg chg="mod">
          <ac:chgData name="Xin Luo" userId="82312ee5779919a4" providerId="LiveId" clId="{94E43BDB-720C-FE4E-82EC-62DC7FE1B799}" dt="2023-02-25T12:04:55.119" v="2332" actId="115"/>
          <ac:spMkLst>
            <pc:docMk/>
            <pc:sldMk cId="4211155851" sldId="2758"/>
            <ac:spMk id="2" creationId="{631AADB6-C88A-D817-4683-FC087E4E240F}"/>
          </ac:spMkLst>
        </pc:spChg>
        <pc:spChg chg="del">
          <ac:chgData name="Xin Luo" userId="82312ee5779919a4" providerId="LiveId" clId="{94E43BDB-720C-FE4E-82EC-62DC7FE1B799}" dt="2023-02-25T11:52:53.524" v="2285" actId="478"/>
          <ac:spMkLst>
            <pc:docMk/>
            <pc:sldMk cId="4211155851" sldId="2758"/>
            <ac:spMk id="5" creationId="{78502774-B04C-634F-1396-E5815996BC36}"/>
          </ac:spMkLst>
        </pc:spChg>
        <pc:spChg chg="add mod">
          <ac:chgData name="Xin Luo" userId="82312ee5779919a4" providerId="LiveId" clId="{94E43BDB-720C-FE4E-82EC-62DC7FE1B799}" dt="2023-02-25T13:23:56.031" v="2969" actId="1035"/>
          <ac:spMkLst>
            <pc:docMk/>
            <pc:sldMk cId="4211155851" sldId="2758"/>
            <ac:spMk id="6" creationId="{DA984439-1B23-1931-1979-ECF8DE9D6DCA}"/>
          </ac:spMkLst>
        </pc:spChg>
        <pc:spChg chg="add mod">
          <ac:chgData name="Xin Luo" userId="82312ee5779919a4" providerId="LiveId" clId="{94E43BDB-720C-FE4E-82EC-62DC7FE1B799}" dt="2023-02-25T13:23:51.280" v="2964"/>
          <ac:spMkLst>
            <pc:docMk/>
            <pc:sldMk cId="4211155851" sldId="2758"/>
            <ac:spMk id="7" creationId="{E179D382-9C94-C796-FB1B-3281561CA174}"/>
          </ac:spMkLst>
        </pc:spChg>
      </pc:sldChg>
      <pc:sldChg chg="add del">
        <pc:chgData name="Xin Luo" userId="82312ee5779919a4" providerId="LiveId" clId="{94E43BDB-720C-FE4E-82EC-62DC7FE1B799}" dt="2023-02-25T13:17:31.086" v="2923" actId="2696"/>
        <pc:sldMkLst>
          <pc:docMk/>
          <pc:sldMk cId="2142922385" sldId="2759"/>
        </pc:sldMkLst>
      </pc:sldChg>
      <pc:sldChg chg="addSp delSp modSp add mod">
        <pc:chgData name="Xin Luo" userId="82312ee5779919a4" providerId="LiveId" clId="{94E43BDB-720C-FE4E-82EC-62DC7FE1B799}" dt="2023-02-25T15:45:56.152" v="4310" actId="22"/>
        <pc:sldMkLst>
          <pc:docMk/>
          <pc:sldMk cId="3818021166" sldId="2760"/>
        </pc:sldMkLst>
        <pc:spChg chg="mod">
          <ac:chgData name="Xin Luo" userId="82312ee5779919a4" providerId="LiveId" clId="{94E43BDB-720C-FE4E-82EC-62DC7FE1B799}" dt="2023-02-25T12:28:01.681" v="2534" actId="115"/>
          <ac:spMkLst>
            <pc:docMk/>
            <pc:sldMk cId="3818021166" sldId="2760"/>
            <ac:spMk id="2" creationId="{631AADB6-C88A-D817-4683-FC087E4E240F}"/>
          </ac:spMkLst>
        </pc:spChg>
        <pc:spChg chg="add mod">
          <ac:chgData name="Xin Luo" userId="82312ee5779919a4" providerId="LiveId" clId="{94E43BDB-720C-FE4E-82EC-62DC7FE1B799}" dt="2023-02-25T13:23:48.161" v="2963"/>
          <ac:spMkLst>
            <pc:docMk/>
            <pc:sldMk cId="3818021166" sldId="2760"/>
            <ac:spMk id="4" creationId="{EC86E6A6-A798-D8AF-89B3-B9EF17A7734A}"/>
          </ac:spMkLst>
        </pc:spChg>
        <pc:spChg chg="mod">
          <ac:chgData name="Xin Luo" userId="82312ee5779919a4" providerId="LiveId" clId="{94E43BDB-720C-FE4E-82EC-62DC7FE1B799}" dt="2023-02-25T15:20:51.555" v="3439" actId="20578"/>
          <ac:spMkLst>
            <pc:docMk/>
            <pc:sldMk cId="3818021166" sldId="2760"/>
            <ac:spMk id="6" creationId="{DA984439-1B23-1931-1979-ECF8DE9D6DCA}"/>
          </ac:spMkLst>
        </pc:spChg>
        <pc:spChg chg="add del">
          <ac:chgData name="Xin Luo" userId="82312ee5779919a4" providerId="LiveId" clId="{94E43BDB-720C-FE4E-82EC-62DC7FE1B799}" dt="2023-02-25T15:45:56.152" v="4310" actId="22"/>
          <ac:spMkLst>
            <pc:docMk/>
            <pc:sldMk cId="3818021166" sldId="2760"/>
            <ac:spMk id="7" creationId="{F078E749-A451-3712-89A0-BE837B250880}"/>
          </ac:spMkLst>
        </pc:spChg>
      </pc:sldChg>
      <pc:sldChg chg="addSp modSp add mod">
        <pc:chgData name="Xin Luo" userId="82312ee5779919a4" providerId="LiveId" clId="{94E43BDB-720C-FE4E-82EC-62DC7FE1B799}" dt="2023-02-25T15:36:58.183" v="3766"/>
        <pc:sldMkLst>
          <pc:docMk/>
          <pc:sldMk cId="97719364" sldId="2761"/>
        </pc:sldMkLst>
        <pc:spChg chg="mod">
          <ac:chgData name="Xin Luo" userId="82312ee5779919a4" providerId="LiveId" clId="{94E43BDB-720C-FE4E-82EC-62DC7FE1B799}" dt="2023-02-25T15:36:49.462" v="3765" actId="20577"/>
          <ac:spMkLst>
            <pc:docMk/>
            <pc:sldMk cId="97719364" sldId="2761"/>
            <ac:spMk id="2" creationId="{631AADB6-C88A-D817-4683-FC087E4E240F}"/>
          </ac:spMkLst>
        </pc:spChg>
        <pc:spChg chg="add mod">
          <ac:chgData name="Xin Luo" userId="82312ee5779919a4" providerId="LiveId" clId="{94E43BDB-720C-FE4E-82EC-62DC7FE1B799}" dt="2023-02-25T15:36:58.183" v="3766"/>
          <ac:spMkLst>
            <pc:docMk/>
            <pc:sldMk cId="97719364" sldId="2761"/>
            <ac:spMk id="4" creationId="{380B30E4-DF4C-71C4-4CC6-6F194AD696E4}"/>
          </ac:spMkLst>
        </pc:spChg>
      </pc:sldChg>
      <pc:sldChg chg="addSp modSp add mod">
        <pc:chgData name="Xin Luo" userId="82312ee5779919a4" providerId="LiveId" clId="{94E43BDB-720C-FE4E-82EC-62DC7FE1B799}" dt="2023-02-26T13:30:20.863" v="4843"/>
        <pc:sldMkLst>
          <pc:docMk/>
          <pc:sldMk cId="2861954436" sldId="2762"/>
        </pc:sldMkLst>
        <pc:spChg chg="mod">
          <ac:chgData name="Xin Luo" userId="82312ee5779919a4" providerId="LiveId" clId="{94E43BDB-720C-FE4E-82EC-62DC7FE1B799}" dt="2023-02-26T13:10:59.443" v="4842" actId="115"/>
          <ac:spMkLst>
            <pc:docMk/>
            <pc:sldMk cId="2861954436" sldId="2762"/>
            <ac:spMk id="2" creationId="{631AADB6-C88A-D817-4683-FC087E4E240F}"/>
          </ac:spMkLst>
        </pc:spChg>
        <pc:spChg chg="add mod">
          <ac:chgData name="Xin Luo" userId="82312ee5779919a4" providerId="LiveId" clId="{94E43BDB-720C-FE4E-82EC-62DC7FE1B799}" dt="2023-02-26T13:30:20.863" v="4843"/>
          <ac:spMkLst>
            <pc:docMk/>
            <pc:sldMk cId="2861954436" sldId="2762"/>
            <ac:spMk id="4" creationId="{F50B4F03-6223-A391-28BB-26A56BD99911}"/>
          </ac:spMkLst>
        </pc:spChg>
      </pc:sldChg>
      <pc:sldChg chg="add del">
        <pc:chgData name="Xin Luo" userId="82312ee5779919a4" providerId="LiveId" clId="{94E43BDB-720C-FE4E-82EC-62DC7FE1B799}" dt="2023-02-25T15:38:29.173" v="3768" actId="2696"/>
        <pc:sldMkLst>
          <pc:docMk/>
          <pc:sldMk cId="3051413259" sldId="2763"/>
        </pc:sldMkLst>
      </pc:sldChg>
      <pc:sldChg chg="add del">
        <pc:chgData name="Xin Luo" userId="82312ee5779919a4" providerId="LiveId" clId="{94E43BDB-720C-FE4E-82EC-62DC7FE1B799}" dt="2023-02-25T15:38:37.442" v="3770"/>
        <pc:sldMkLst>
          <pc:docMk/>
          <pc:sldMk cId="3367204121" sldId="2763"/>
        </pc:sldMkLst>
      </pc:sldChg>
      <pc:sldChg chg="modSp add mod">
        <pc:chgData name="Xin Luo" userId="82312ee5779919a4" providerId="LiveId" clId="{94E43BDB-720C-FE4E-82EC-62DC7FE1B799}" dt="2023-02-26T14:47:30.207" v="5084" actId="20577"/>
        <pc:sldMkLst>
          <pc:docMk/>
          <pc:sldMk cId="3373327641" sldId="2763"/>
        </pc:sldMkLst>
        <pc:spChg chg="mod">
          <ac:chgData name="Xin Luo" userId="82312ee5779919a4" providerId="LiveId" clId="{94E43BDB-720C-FE4E-82EC-62DC7FE1B799}" dt="2023-02-25T15:38:54.702" v="3813" actId="20577"/>
          <ac:spMkLst>
            <pc:docMk/>
            <pc:sldMk cId="3373327641" sldId="2763"/>
            <ac:spMk id="11" creationId="{53A7E693-8098-76C4-CD5D-47166ABEB164}"/>
          </ac:spMkLst>
        </pc:spChg>
        <pc:spChg chg="mod">
          <ac:chgData name="Xin Luo" userId="82312ee5779919a4" providerId="LiveId" clId="{94E43BDB-720C-FE4E-82EC-62DC7FE1B799}" dt="2023-02-26T14:47:30.207" v="5084" actId="20577"/>
          <ac:spMkLst>
            <pc:docMk/>
            <pc:sldMk cId="3373327641" sldId="2763"/>
            <ac:spMk id="13" creationId="{303BC878-BC57-D350-27A3-F03AE48213AC}"/>
          </ac:spMkLst>
        </pc:spChg>
      </pc:sldChg>
      <pc:sldChg chg="modSp add mod ord">
        <pc:chgData name="Xin Luo" userId="82312ee5779919a4" providerId="LiveId" clId="{94E43BDB-720C-FE4E-82EC-62DC7FE1B799}" dt="2023-02-26T14:43:36.756" v="4912" actId="20578"/>
        <pc:sldMkLst>
          <pc:docMk/>
          <pc:sldMk cId="2047512068" sldId="2764"/>
        </pc:sldMkLst>
        <pc:spChg chg="mod">
          <ac:chgData name="Xin Luo" userId="82312ee5779919a4" providerId="LiveId" clId="{94E43BDB-720C-FE4E-82EC-62DC7FE1B799}" dt="2023-02-25T15:46:11.254" v="4314" actId="20577"/>
          <ac:spMkLst>
            <pc:docMk/>
            <pc:sldMk cId="2047512068" sldId="2764"/>
            <ac:spMk id="5" creationId="{78502774-B04C-634F-1396-E5815996BC36}"/>
          </ac:spMkLst>
        </pc:spChg>
      </pc:sldChg>
      <pc:sldChg chg="modSp add mod">
        <pc:chgData name="Xin Luo" userId="82312ee5779919a4" providerId="LiveId" clId="{94E43BDB-720C-FE4E-82EC-62DC7FE1B799}" dt="2023-02-25T16:04:52.290" v="4819" actId="108"/>
        <pc:sldMkLst>
          <pc:docMk/>
          <pc:sldMk cId="70654754" sldId="2765"/>
        </pc:sldMkLst>
        <pc:spChg chg="mod">
          <ac:chgData name="Xin Luo" userId="82312ee5779919a4" providerId="LiveId" clId="{94E43BDB-720C-FE4E-82EC-62DC7FE1B799}" dt="2023-02-25T16:04:52.290" v="4819" actId="108"/>
          <ac:spMkLst>
            <pc:docMk/>
            <pc:sldMk cId="70654754" sldId="2765"/>
            <ac:spMk id="5" creationId="{78502774-B04C-634F-1396-E5815996BC36}"/>
          </ac:spMkLst>
        </pc:spChg>
      </pc:sldChg>
      <pc:sldChg chg="add">
        <pc:chgData name="Xin Luo" userId="82312ee5779919a4" providerId="LiveId" clId="{94E43BDB-720C-FE4E-82EC-62DC7FE1B799}" dt="2023-02-26T14:43:54.644" v="4914"/>
        <pc:sldMkLst>
          <pc:docMk/>
          <pc:sldMk cId="1482309087" sldId="2766"/>
        </pc:sldMkLst>
      </pc:sldChg>
    </pc:docChg>
  </pc:docChgLst>
  <pc:docChgLst>
    <pc:chgData name="Xin Luo" userId="82312ee5779919a4" providerId="LiveId" clId="{7C35D78A-E8DF-394E-816A-D2222F18F092}"/>
    <pc:docChg chg="delSld modSld">
      <pc:chgData name="Xin Luo" userId="82312ee5779919a4" providerId="LiveId" clId="{7C35D78A-E8DF-394E-816A-D2222F18F092}" dt="2022-11-28T03:56:42.353" v="21" actId="2696"/>
      <pc:docMkLst>
        <pc:docMk/>
      </pc:docMkLst>
      <pc:sldChg chg="del">
        <pc:chgData name="Xin Luo" userId="82312ee5779919a4" providerId="LiveId" clId="{7C35D78A-E8DF-394E-816A-D2222F18F092}" dt="2022-11-28T03:56:38.106" v="20" actId="2696"/>
        <pc:sldMkLst>
          <pc:docMk/>
          <pc:sldMk cId="0" sldId="279"/>
        </pc:sldMkLst>
      </pc:sldChg>
      <pc:sldChg chg="modSp mod">
        <pc:chgData name="Xin Luo" userId="82312ee5779919a4" providerId="LiveId" clId="{7C35D78A-E8DF-394E-816A-D2222F18F092}" dt="2022-11-28T03:56:03.446" v="17" actId="20577"/>
        <pc:sldMkLst>
          <pc:docMk/>
          <pc:sldMk cId="1153920038" sldId="2206"/>
        </pc:sldMkLst>
        <pc:spChg chg="mod">
          <ac:chgData name="Xin Luo" userId="82312ee5779919a4" providerId="LiveId" clId="{7C35D78A-E8DF-394E-816A-D2222F18F092}" dt="2022-11-28T03:56:03.446" v="17" actId="20577"/>
          <ac:spMkLst>
            <pc:docMk/>
            <pc:sldMk cId="1153920038" sldId="2206"/>
            <ac:spMk id="24" creationId="{00000000-0000-0000-0000-000000000000}"/>
          </ac:spMkLst>
        </pc:spChg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0" sldId="2501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689840772" sldId="2604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92274363" sldId="2606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2605530" sldId="2607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432126823" sldId="2608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780969545" sldId="2609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51738911" sldId="2610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504723508" sldId="2611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3705705" sldId="26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70817833" sldId="265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2261973024" sldId="2686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1836653143" sldId="2688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715274259" sldId="269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906920652" sldId="2694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58234131" sldId="2697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07602036" sldId="2700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69668922" sldId="2703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93600848" sldId="2705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2447019445" sldId="27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37020054" sldId="2707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46628750" sldId="2708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770366385" sldId="2709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1259562490" sldId="271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73676958" sldId="2711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70267871" sldId="27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061658258" sldId="2713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358282757" sldId="2714"/>
        </pc:sldMkLst>
      </pc:sldChg>
    </pc:docChg>
  </pc:docChgLst>
  <pc:docChgLst>
    <pc:chgData name="Xin Luo" userId="82312ee5779919a4" providerId="LiveId" clId="{82BFAA31-791A-9843-976C-3AAFAA5AC07D}"/>
    <pc:docChg chg="undo custSel addSld delSld modSld">
      <pc:chgData name="Xin Luo" userId="82312ee5779919a4" providerId="LiveId" clId="{82BFAA31-791A-9843-976C-3AAFAA5AC07D}" dt="2023-02-24T13:20:14.840" v="2906" actId="404"/>
      <pc:docMkLst>
        <pc:docMk/>
      </pc:docMkLst>
      <pc:sldChg chg="addSp delSp modSp mod">
        <pc:chgData name="Xin Luo" userId="82312ee5779919a4" providerId="LiveId" clId="{82BFAA31-791A-9843-976C-3AAFAA5AC07D}" dt="2023-02-24T08:49:58.378" v="580" actId="478"/>
        <pc:sldMkLst>
          <pc:docMk/>
          <pc:sldMk cId="3833073590" sldId="2716"/>
        </pc:sldMkLst>
        <pc:spChg chg="mod">
          <ac:chgData name="Xin Luo" userId="82312ee5779919a4" providerId="LiveId" clId="{82BFAA31-791A-9843-976C-3AAFAA5AC07D}" dt="2023-02-24T03:06:08.550" v="104" actId="20577"/>
          <ac:spMkLst>
            <pc:docMk/>
            <pc:sldMk cId="3833073590" sldId="2716"/>
            <ac:spMk id="2" creationId="{631AADB6-C88A-D817-4683-FC087E4E240F}"/>
          </ac:spMkLst>
        </pc:spChg>
        <pc:spChg chg="del">
          <ac:chgData name="Xin Luo" userId="82312ee5779919a4" providerId="LiveId" clId="{82BFAA31-791A-9843-976C-3AAFAA5AC07D}" dt="2023-02-24T03:02:42.862" v="33" actId="478"/>
          <ac:spMkLst>
            <pc:docMk/>
            <pc:sldMk cId="3833073590" sldId="2716"/>
            <ac:spMk id="5" creationId="{9F4AEA98-0C33-E82A-EB75-839D0F0B55A4}"/>
          </ac:spMkLst>
        </pc:spChg>
        <pc:spChg chg="add mod">
          <ac:chgData name="Xin Luo" userId="82312ee5779919a4" providerId="LiveId" clId="{82BFAA31-791A-9843-976C-3AAFAA5AC07D}" dt="2023-02-24T08:49:58.156" v="579" actId="14100"/>
          <ac:spMkLst>
            <pc:docMk/>
            <pc:sldMk cId="3833073590" sldId="2716"/>
            <ac:spMk id="6" creationId="{6741FEA2-C046-FD82-2800-2CB513792080}"/>
          </ac:spMkLst>
        </pc:spChg>
        <pc:picChg chg="add del">
          <ac:chgData name="Xin Luo" userId="82312ee5779919a4" providerId="LiveId" clId="{82BFAA31-791A-9843-976C-3AAFAA5AC07D}" dt="2023-02-24T03:02:42.862" v="33" actId="478"/>
          <ac:picMkLst>
            <pc:docMk/>
            <pc:sldMk cId="3833073590" sldId="2716"/>
            <ac:picMk id="1026" creationId="{37EB6838-2807-43B3-E78E-EF1353DBEC4D}"/>
          </ac:picMkLst>
        </pc:picChg>
        <pc:picChg chg="add del mod">
          <ac:chgData name="Xin Luo" userId="82312ee5779919a4" providerId="LiveId" clId="{82BFAA31-791A-9843-976C-3AAFAA5AC07D}" dt="2023-02-24T03:03:49.502" v="38" actId="478"/>
          <ac:picMkLst>
            <pc:docMk/>
            <pc:sldMk cId="3833073590" sldId="2716"/>
            <ac:picMk id="1028" creationId="{0060DCE3-4593-4CBE-2C1A-12A7D72C453A}"/>
          </ac:picMkLst>
        </pc:picChg>
        <pc:picChg chg="add del mod">
          <ac:chgData name="Xin Luo" userId="82312ee5779919a4" providerId="LiveId" clId="{82BFAA31-791A-9843-976C-3AAFAA5AC07D}" dt="2023-02-24T08:49:58.378" v="580" actId="478"/>
          <ac:picMkLst>
            <pc:docMk/>
            <pc:sldMk cId="3833073590" sldId="2716"/>
            <ac:picMk id="1030" creationId="{C93DB76E-C02F-05AC-2014-674F7E808ADA}"/>
          </ac:picMkLst>
        </pc:picChg>
      </pc:sldChg>
      <pc:sldChg chg="addSp delSp modSp mod">
        <pc:chgData name="Xin Luo" userId="82312ee5779919a4" providerId="LiveId" clId="{82BFAA31-791A-9843-976C-3AAFAA5AC07D}" dt="2023-02-24T08:50:06.402" v="585" actId="20577"/>
        <pc:sldMkLst>
          <pc:docMk/>
          <pc:sldMk cId="972163772" sldId="2720"/>
        </pc:sldMkLst>
        <pc:spChg chg="mod">
          <ac:chgData name="Xin Luo" userId="82312ee5779919a4" providerId="LiveId" clId="{82BFAA31-791A-9843-976C-3AAFAA5AC07D}" dt="2023-02-24T08:50:06.402" v="585" actId="20577"/>
          <ac:spMkLst>
            <pc:docMk/>
            <pc:sldMk cId="972163772" sldId="2720"/>
            <ac:spMk id="7" creationId="{00000000-0000-0000-0000-000000000000}"/>
          </ac:spMkLst>
        </pc:spChg>
        <pc:picChg chg="add del">
          <ac:chgData name="Xin Luo" userId="82312ee5779919a4" providerId="LiveId" clId="{82BFAA31-791A-9843-976C-3AAFAA5AC07D}" dt="2023-02-24T08:47:42.881" v="485"/>
          <ac:picMkLst>
            <pc:docMk/>
            <pc:sldMk cId="972163772" sldId="2720"/>
            <ac:picMk id="3074" creationId="{C4128BB6-F8FE-667B-1E3D-38360E7E0C3C}"/>
          </ac:picMkLst>
        </pc:picChg>
      </pc:sldChg>
      <pc:sldChg chg="addSp delSp modSp mod">
        <pc:chgData name="Xin Luo" userId="82312ee5779919a4" providerId="LiveId" clId="{82BFAA31-791A-9843-976C-3AAFAA5AC07D}" dt="2023-02-24T13:00:34.955" v="2586" actId="1036"/>
        <pc:sldMkLst>
          <pc:docMk/>
          <pc:sldMk cId="2689695864" sldId="2721"/>
        </pc:sldMkLst>
        <pc:spChg chg="mod">
          <ac:chgData name="Xin Luo" userId="82312ee5779919a4" providerId="LiveId" clId="{82BFAA31-791A-9843-976C-3AAFAA5AC07D}" dt="2023-02-24T13:00:34.955" v="2586" actId="1036"/>
          <ac:spMkLst>
            <pc:docMk/>
            <pc:sldMk cId="2689695864" sldId="2721"/>
            <ac:spMk id="2" creationId="{631AADB6-C88A-D817-4683-FC087E4E240F}"/>
          </ac:spMkLst>
        </pc:spChg>
        <pc:spChg chg="mod">
          <ac:chgData name="Xin Luo" userId="82312ee5779919a4" providerId="LiveId" clId="{82BFAA31-791A-9843-976C-3AAFAA5AC07D}" dt="2023-02-24T08:50:21.921" v="586"/>
          <ac:spMkLst>
            <pc:docMk/>
            <pc:sldMk cId="2689695864" sldId="2721"/>
            <ac:spMk id="3" creationId="{00000000-0000-0000-0000-000000000000}"/>
          </ac:spMkLst>
        </pc:spChg>
        <pc:spChg chg="add del mod">
          <ac:chgData name="Xin Luo" userId="82312ee5779919a4" providerId="LiveId" clId="{82BFAA31-791A-9843-976C-3AAFAA5AC07D}" dt="2023-02-24T12:38:43.360" v="1999" actId="478"/>
          <ac:spMkLst>
            <pc:docMk/>
            <pc:sldMk cId="2689695864" sldId="2721"/>
            <ac:spMk id="5" creationId="{D45B97A4-ED20-7E18-1BEF-4A81710B7783}"/>
          </ac:spMkLst>
        </pc:spChg>
        <pc:spChg chg="mod">
          <ac:chgData name="Xin Luo" userId="82312ee5779919a4" providerId="LiveId" clId="{82BFAA31-791A-9843-976C-3AAFAA5AC07D}" dt="2023-02-24T13:00:31.975" v="2582" actId="1036"/>
          <ac:spMkLst>
            <pc:docMk/>
            <pc:sldMk cId="2689695864" sldId="2721"/>
            <ac:spMk id="17" creationId="{9E05FFCA-3371-AF5C-381D-71D984055F5A}"/>
          </ac:spMkLst>
        </pc:spChg>
      </pc:sldChg>
      <pc:sldChg chg="modSp mod">
        <pc:chgData name="Xin Luo" userId="82312ee5779919a4" providerId="LiveId" clId="{82BFAA31-791A-9843-976C-3AAFAA5AC07D}" dt="2023-02-24T13:19:35.601" v="2898" actId="20577"/>
        <pc:sldMkLst>
          <pc:docMk/>
          <pc:sldMk cId="1209572041" sldId="2722"/>
        </pc:sldMkLst>
        <pc:spChg chg="mod">
          <ac:chgData name="Xin Luo" userId="82312ee5779919a4" providerId="LiveId" clId="{82BFAA31-791A-9843-976C-3AAFAA5AC07D}" dt="2023-02-24T13:19:35.601" v="2898" actId="20577"/>
          <ac:spMkLst>
            <pc:docMk/>
            <pc:sldMk cId="1209572041" sldId="2722"/>
            <ac:spMk id="13" creationId="{303BC878-BC57-D350-27A3-F03AE48213AC}"/>
          </ac:spMkLst>
        </pc:spChg>
      </pc:sldChg>
      <pc:sldChg chg="addSp delSp modSp add mod">
        <pc:chgData name="Xin Luo" userId="82312ee5779919a4" providerId="LiveId" clId="{82BFAA31-791A-9843-976C-3AAFAA5AC07D}" dt="2023-02-24T13:20:14.840" v="2906" actId="404"/>
        <pc:sldMkLst>
          <pc:docMk/>
          <pc:sldMk cId="4156684215" sldId="2738"/>
        </pc:sldMkLst>
        <pc:spChg chg="mod">
          <ac:chgData name="Xin Luo" userId="82312ee5779919a4" providerId="LiveId" clId="{82BFAA31-791A-9843-976C-3AAFAA5AC07D}" dt="2023-02-24T07:02:55.789" v="157" actId="20577"/>
          <ac:spMkLst>
            <pc:docMk/>
            <pc:sldMk cId="4156684215" sldId="2738"/>
            <ac:spMk id="2" creationId="{631AADB6-C88A-D817-4683-FC087E4E240F}"/>
          </ac:spMkLst>
        </pc:spChg>
        <pc:spChg chg="add del mod">
          <ac:chgData name="Xin Luo" userId="82312ee5779919a4" providerId="LiveId" clId="{82BFAA31-791A-9843-976C-3AAFAA5AC07D}" dt="2023-02-24T13:20:14.840" v="2906" actId="404"/>
          <ac:spMkLst>
            <pc:docMk/>
            <pc:sldMk cId="4156684215" sldId="2738"/>
            <ac:spMk id="6" creationId="{6741FEA2-C046-FD82-2800-2CB513792080}"/>
          </ac:spMkLst>
        </pc:spChg>
        <pc:picChg chg="del mod">
          <ac:chgData name="Xin Luo" userId="82312ee5779919a4" providerId="LiveId" clId="{82BFAA31-791A-9843-976C-3AAFAA5AC07D}" dt="2023-02-24T07:03:01.663" v="158" actId="478"/>
          <ac:picMkLst>
            <pc:docMk/>
            <pc:sldMk cId="4156684215" sldId="2738"/>
            <ac:picMk id="1030" creationId="{C93DB76E-C02F-05AC-2014-674F7E808ADA}"/>
          </ac:picMkLst>
        </pc:picChg>
        <pc:picChg chg="add del mod">
          <ac:chgData name="Xin Luo" userId="82312ee5779919a4" providerId="LiveId" clId="{82BFAA31-791A-9843-976C-3AAFAA5AC07D}" dt="2023-02-24T13:20:06.575" v="2903" actId="1076"/>
          <ac:picMkLst>
            <pc:docMk/>
            <pc:sldMk cId="4156684215" sldId="2738"/>
            <ac:picMk id="2050" creationId="{324F0AC4-07BA-4B3E-1A6B-D49FF0B87AC4}"/>
          </ac:picMkLst>
        </pc:picChg>
      </pc:sldChg>
      <pc:sldChg chg="delSp modSp add mod">
        <pc:chgData name="Xin Luo" userId="82312ee5779919a4" providerId="LiveId" clId="{82BFAA31-791A-9843-976C-3AAFAA5AC07D}" dt="2023-02-24T12:59:25.971" v="2504" actId="20577"/>
        <pc:sldMkLst>
          <pc:docMk/>
          <pc:sldMk cId="2776132283" sldId="2739"/>
        </pc:sldMkLst>
        <pc:spChg chg="mod">
          <ac:chgData name="Xin Luo" userId="82312ee5779919a4" providerId="LiveId" clId="{82BFAA31-791A-9843-976C-3AAFAA5AC07D}" dt="2023-02-24T12:39:05.574" v="2002" actId="1076"/>
          <ac:spMkLst>
            <pc:docMk/>
            <pc:sldMk cId="2776132283" sldId="2739"/>
            <ac:spMk id="2" creationId="{631AADB6-C88A-D817-4683-FC087E4E240F}"/>
          </ac:spMkLst>
        </pc:spChg>
        <pc:spChg chg="mod">
          <ac:chgData name="Xin Luo" userId="82312ee5779919a4" providerId="LiveId" clId="{82BFAA31-791A-9843-976C-3AAFAA5AC07D}" dt="2023-02-24T12:59:25.971" v="2504" actId="20577"/>
          <ac:spMkLst>
            <pc:docMk/>
            <pc:sldMk cId="2776132283" sldId="2739"/>
            <ac:spMk id="6" creationId="{6741FEA2-C046-FD82-2800-2CB513792080}"/>
          </ac:spMkLst>
        </pc:spChg>
        <pc:picChg chg="del">
          <ac:chgData name="Xin Luo" userId="82312ee5779919a4" providerId="LiveId" clId="{82BFAA31-791A-9843-976C-3AAFAA5AC07D}" dt="2023-02-24T09:02:09.130" v="665" actId="478"/>
          <ac:picMkLst>
            <pc:docMk/>
            <pc:sldMk cId="2776132283" sldId="2739"/>
            <ac:picMk id="2050" creationId="{324F0AC4-07BA-4B3E-1A6B-D49FF0B87AC4}"/>
          </ac:picMkLst>
        </pc:picChg>
      </pc:sldChg>
      <pc:sldChg chg="delSp modSp add mod">
        <pc:chgData name="Xin Luo" userId="82312ee5779919a4" providerId="LiveId" clId="{82BFAA31-791A-9843-976C-3AAFAA5AC07D}" dt="2023-02-24T12:42:54.354" v="2196" actId="20577"/>
        <pc:sldMkLst>
          <pc:docMk/>
          <pc:sldMk cId="2510358707" sldId="2740"/>
        </pc:sldMkLst>
        <pc:spChg chg="mod">
          <ac:chgData name="Xin Luo" userId="82312ee5779919a4" providerId="LiveId" clId="{82BFAA31-791A-9843-976C-3AAFAA5AC07D}" dt="2023-02-24T12:39:15.147" v="2006" actId="20577"/>
          <ac:spMkLst>
            <pc:docMk/>
            <pc:sldMk cId="2510358707" sldId="2740"/>
            <ac:spMk id="2" creationId="{631AADB6-C88A-D817-4683-FC087E4E240F}"/>
          </ac:spMkLst>
        </pc:spChg>
        <pc:spChg chg="del mod">
          <ac:chgData name="Xin Luo" userId="82312ee5779919a4" providerId="LiveId" clId="{82BFAA31-791A-9843-976C-3AAFAA5AC07D}" dt="2023-02-24T12:26:37.033" v="1934" actId="478"/>
          <ac:spMkLst>
            <pc:docMk/>
            <pc:sldMk cId="2510358707" sldId="2740"/>
            <ac:spMk id="5" creationId="{D45B97A4-ED20-7E18-1BEF-4A81710B7783}"/>
          </ac:spMkLst>
        </pc:spChg>
        <pc:spChg chg="mod">
          <ac:chgData name="Xin Luo" userId="82312ee5779919a4" providerId="LiveId" clId="{82BFAA31-791A-9843-976C-3AAFAA5AC07D}" dt="2023-02-24T12:42:54.354" v="2196" actId="20577"/>
          <ac:spMkLst>
            <pc:docMk/>
            <pc:sldMk cId="2510358707" sldId="2740"/>
            <ac:spMk id="17" creationId="{9E05FFCA-3371-AF5C-381D-71D984055F5A}"/>
          </ac:spMkLst>
        </pc:spChg>
      </pc:sldChg>
      <pc:sldChg chg="add del">
        <pc:chgData name="Xin Luo" userId="82312ee5779919a4" providerId="LiveId" clId="{82BFAA31-791A-9843-976C-3AAFAA5AC07D}" dt="2023-02-24T12:26:24.988" v="1931"/>
        <pc:sldMkLst>
          <pc:docMk/>
          <pc:sldMk cId="2028886328" sldId="2741"/>
        </pc:sldMkLst>
      </pc:sldChg>
      <pc:sldChg chg="modSp add mod">
        <pc:chgData name="Xin Luo" userId="82312ee5779919a4" providerId="LiveId" clId="{82BFAA31-791A-9843-976C-3AAFAA5AC07D}" dt="2023-02-24T13:00:24.884" v="2578" actId="20577"/>
        <pc:sldMkLst>
          <pc:docMk/>
          <pc:sldMk cId="2476237792" sldId="2741"/>
        </pc:sldMkLst>
        <pc:spChg chg="mod">
          <ac:chgData name="Xin Luo" userId="82312ee5779919a4" providerId="LiveId" clId="{82BFAA31-791A-9843-976C-3AAFAA5AC07D}" dt="2023-02-24T12:59:34.011" v="2511" actId="20577"/>
          <ac:spMkLst>
            <pc:docMk/>
            <pc:sldMk cId="2476237792" sldId="2741"/>
            <ac:spMk id="2" creationId="{631AADB6-C88A-D817-4683-FC087E4E240F}"/>
          </ac:spMkLst>
        </pc:spChg>
        <pc:spChg chg="mod">
          <ac:chgData name="Xin Luo" userId="82312ee5779919a4" providerId="LiveId" clId="{82BFAA31-791A-9843-976C-3AAFAA5AC07D}" dt="2023-02-24T12:39:25.368" v="2008"/>
          <ac:spMkLst>
            <pc:docMk/>
            <pc:sldMk cId="2476237792" sldId="2741"/>
            <ac:spMk id="3" creationId="{00000000-0000-0000-0000-000000000000}"/>
          </ac:spMkLst>
        </pc:spChg>
        <pc:spChg chg="mod">
          <ac:chgData name="Xin Luo" userId="82312ee5779919a4" providerId="LiveId" clId="{82BFAA31-791A-9843-976C-3AAFAA5AC07D}" dt="2023-02-24T13:00:24.884" v="2578" actId="20577"/>
          <ac:spMkLst>
            <pc:docMk/>
            <pc:sldMk cId="2476237792" sldId="2741"/>
            <ac:spMk id="6" creationId="{6741FEA2-C046-FD82-2800-2CB513792080}"/>
          </ac:spMkLst>
        </pc:spChg>
      </pc:sldChg>
    </pc:docChg>
  </pc:docChgLst>
  <pc:docChgLst>
    <pc:chgData name="Xin Luo" userId="82312ee5779919a4" providerId="LiveId" clId="{23920C8D-EBCE-A347-9C82-C14316D20539}"/>
    <pc:docChg chg="undo custSel addSld modSld">
      <pc:chgData name="Xin Luo" userId="82312ee5779919a4" providerId="LiveId" clId="{23920C8D-EBCE-A347-9C82-C14316D20539}" dt="2022-10-26T12:19:06.428" v="501" actId="767"/>
      <pc:docMkLst>
        <pc:docMk/>
      </pc:docMkLst>
      <pc:sldChg chg="modSp mod">
        <pc:chgData name="Xin Luo" userId="82312ee5779919a4" providerId="LiveId" clId="{23920C8D-EBCE-A347-9C82-C14316D20539}" dt="2022-10-10T01:06:29.261" v="368" actId="404"/>
        <pc:sldMkLst>
          <pc:docMk/>
          <pc:sldMk cId="1576120367" sldId="2387"/>
        </pc:sldMkLst>
        <pc:spChg chg="mod">
          <ac:chgData name="Xin Luo" userId="82312ee5779919a4" providerId="LiveId" clId="{23920C8D-EBCE-A347-9C82-C14316D20539}" dt="2022-10-10T01:06:29.261" v="368" actId="404"/>
          <ac:spMkLst>
            <pc:docMk/>
            <pc:sldMk cId="1576120367" sldId="2387"/>
            <ac:spMk id="10" creationId="{00000000-0000-0000-0000-000000000000}"/>
          </ac:spMkLst>
        </pc:spChg>
        <pc:spChg chg="mod">
          <ac:chgData name="Xin Luo" userId="82312ee5779919a4" providerId="LiveId" clId="{23920C8D-EBCE-A347-9C82-C14316D20539}" dt="2022-10-10T01:06:13.262" v="366" actId="403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23920C8D-EBCE-A347-9C82-C14316D20539}" dt="2022-10-10T01:06:29.261" v="368" actId="404"/>
          <ac:spMkLst>
            <pc:docMk/>
            <pc:sldMk cId="1576120367" sldId="2387"/>
            <ac:spMk id="13" creationId="{00000000-0000-0000-0000-000000000000}"/>
          </ac:spMkLst>
        </pc:spChg>
        <pc:spChg chg="mod">
          <ac:chgData name="Xin Luo" userId="82312ee5779919a4" providerId="LiveId" clId="{23920C8D-EBCE-A347-9C82-C14316D20539}" dt="2022-10-10T01:06:13.262" v="366" actId="403"/>
          <ac:spMkLst>
            <pc:docMk/>
            <pc:sldMk cId="1576120367" sldId="2387"/>
            <ac:spMk id="14" creationId="{00000000-0000-0000-0000-000000000000}"/>
          </ac:spMkLst>
        </pc:spChg>
        <pc:spChg chg="mod">
          <ac:chgData name="Xin Luo" userId="82312ee5779919a4" providerId="LiveId" clId="{23920C8D-EBCE-A347-9C82-C14316D20539}" dt="2022-10-10T01:06:29.261" v="368" actId="404"/>
          <ac:spMkLst>
            <pc:docMk/>
            <pc:sldMk cId="1576120367" sldId="2387"/>
            <ac:spMk id="15" creationId="{00000000-0000-0000-0000-000000000000}"/>
          </ac:spMkLst>
        </pc:spChg>
        <pc:spChg chg="mod">
          <ac:chgData name="Xin Luo" userId="82312ee5779919a4" providerId="LiveId" clId="{23920C8D-EBCE-A347-9C82-C14316D20539}" dt="2022-10-10T01:06:19.369" v="367" actId="14100"/>
          <ac:spMkLst>
            <pc:docMk/>
            <pc:sldMk cId="1576120367" sldId="2387"/>
            <ac:spMk id="16" creationId="{00000000-0000-0000-0000-000000000000}"/>
          </ac:spMkLst>
        </pc:spChg>
      </pc:sldChg>
      <pc:sldChg chg="modSp mod">
        <pc:chgData name="Xin Luo" userId="82312ee5779919a4" providerId="LiveId" clId="{23920C8D-EBCE-A347-9C82-C14316D20539}" dt="2022-10-10T01:06:39.449" v="369" actId="403"/>
        <pc:sldMkLst>
          <pc:docMk/>
          <pc:sldMk cId="2415901206" sldId="2447"/>
        </pc:sldMkLst>
        <pc:spChg chg="mod">
          <ac:chgData name="Xin Luo" userId="82312ee5779919a4" providerId="LiveId" clId="{23920C8D-EBCE-A347-9C82-C14316D20539}" dt="2022-10-10T01:06:39.449" v="369" actId="403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">
        <pc:chgData name="Xin Luo" userId="82312ee5779919a4" providerId="LiveId" clId="{23920C8D-EBCE-A347-9C82-C14316D20539}" dt="2022-10-26T11:18:20.490" v="500"/>
        <pc:sldMkLst>
          <pc:docMk/>
          <pc:sldMk cId="2689840772" sldId="2604"/>
        </pc:sldMkLst>
        <pc:spChg chg="mod">
          <ac:chgData name="Xin Luo" userId="82312ee5779919a4" providerId="LiveId" clId="{23920C8D-EBCE-A347-9C82-C14316D20539}" dt="2022-10-26T11:18:14.630" v="497" actId="1038"/>
          <ac:spMkLst>
            <pc:docMk/>
            <pc:sldMk cId="2689840772" sldId="2604"/>
            <ac:spMk id="2" creationId="{DB381E7B-A050-4BE4-6756-9B64308C74D7}"/>
          </ac:spMkLst>
        </pc:spChg>
        <pc:spChg chg="del mod">
          <ac:chgData name="Xin Luo" userId="82312ee5779919a4" providerId="LiveId" clId="{23920C8D-EBCE-A347-9C82-C14316D20539}" dt="2022-10-10T00:58:26.498" v="9" actId="478"/>
          <ac:spMkLst>
            <pc:docMk/>
            <pc:sldMk cId="2689840772" sldId="2604"/>
            <ac:spMk id="3" creationId="{00000000-0000-0000-0000-000000000000}"/>
          </ac:spMkLst>
        </pc:spChg>
        <pc:spChg chg="add del mod">
          <ac:chgData name="Xin Luo" userId="82312ee5779919a4" providerId="LiveId" clId="{23920C8D-EBCE-A347-9C82-C14316D20539}" dt="2022-10-26T11:18:20.490" v="500"/>
          <ac:spMkLst>
            <pc:docMk/>
            <pc:sldMk cId="2689840772" sldId="2604"/>
            <ac:spMk id="3" creationId="{0AC6D251-AEF6-35BE-71D5-DE25EAD72977}"/>
          </ac:spMkLst>
        </pc:spChg>
        <pc:spChg chg="add mod">
          <ac:chgData name="Xin Luo" userId="82312ee5779919a4" providerId="LiveId" clId="{23920C8D-EBCE-A347-9C82-C14316D20539}" dt="2022-10-10T01:03:50.909" v="356" actId="20577"/>
          <ac:spMkLst>
            <pc:docMk/>
            <pc:sldMk cId="2689840772" sldId="2604"/>
            <ac:spMk id="4" creationId="{5B949F23-92C2-3ACE-AE9A-58F8C8D7AB52}"/>
          </ac:spMkLst>
        </pc:spChg>
      </pc:sldChg>
      <pc:sldChg chg="modSp mod">
        <pc:chgData name="Xin Luo" userId="82312ee5779919a4" providerId="LiveId" clId="{23920C8D-EBCE-A347-9C82-C14316D20539}" dt="2022-10-25T11:53:23.523" v="402" actId="207"/>
        <pc:sldMkLst>
          <pc:docMk/>
          <pc:sldMk cId="1392274363" sldId="2606"/>
        </pc:sldMkLst>
        <pc:spChg chg="mod">
          <ac:chgData name="Xin Luo" userId="82312ee5779919a4" providerId="LiveId" clId="{23920C8D-EBCE-A347-9C82-C14316D20539}" dt="2022-10-10T01:08:08.448" v="392" actId="20577"/>
          <ac:spMkLst>
            <pc:docMk/>
            <pc:sldMk cId="1392274363" sldId="2606"/>
            <ac:spMk id="35" creationId="{2CBBD54C-A0C4-CFAB-2A67-F8BF299D28F5}"/>
          </ac:spMkLst>
        </pc:spChg>
        <pc:spChg chg="mod">
          <ac:chgData name="Xin Luo" userId="82312ee5779919a4" providerId="LiveId" clId="{23920C8D-EBCE-A347-9C82-C14316D20539}" dt="2022-10-25T11:53:23.523" v="402" actId="207"/>
          <ac:spMkLst>
            <pc:docMk/>
            <pc:sldMk cId="1392274363" sldId="2606"/>
            <ac:spMk id="42" creationId="{E4B07DDE-AB89-2B16-6B7A-2142621DE6F5}"/>
          </ac:spMkLst>
        </pc:spChg>
      </pc:sldChg>
      <pc:sldChg chg="modSp mod">
        <pc:chgData name="Xin Luo" userId="82312ee5779919a4" providerId="LiveId" clId="{23920C8D-EBCE-A347-9C82-C14316D20539}" dt="2022-10-25T12:03:26.240" v="414" actId="14100"/>
        <pc:sldMkLst>
          <pc:docMk/>
          <pc:sldMk cId="292605530" sldId="2607"/>
        </pc:sldMkLst>
        <pc:spChg chg="mod">
          <ac:chgData name="Xin Luo" userId="82312ee5779919a4" providerId="LiveId" clId="{23920C8D-EBCE-A347-9C82-C14316D20539}" dt="2022-10-25T12:03:26.240" v="414" actId="14100"/>
          <ac:spMkLst>
            <pc:docMk/>
            <pc:sldMk cId="292605530" sldId="2607"/>
            <ac:spMk id="18" creationId="{8399C9E7-13B6-1DAF-F5BF-4471E8528C5F}"/>
          </ac:spMkLst>
        </pc:spChg>
      </pc:sldChg>
      <pc:sldChg chg="modSp mod">
        <pc:chgData name="Xin Luo" userId="82312ee5779919a4" providerId="LiveId" clId="{23920C8D-EBCE-A347-9C82-C14316D20539}" dt="2022-10-25T12:09:03.730" v="478" actId="1036"/>
        <pc:sldMkLst>
          <pc:docMk/>
          <pc:sldMk cId="2780969545" sldId="2609"/>
        </pc:sldMkLst>
        <pc:spChg chg="mod">
          <ac:chgData name="Xin Luo" userId="82312ee5779919a4" providerId="LiveId" clId="{23920C8D-EBCE-A347-9C82-C14316D20539}" dt="2022-10-25T12:08:56.496" v="469" actId="115"/>
          <ac:spMkLst>
            <pc:docMk/>
            <pc:sldMk cId="2780969545" sldId="2609"/>
            <ac:spMk id="6" creationId="{2D1A6305-FF43-CF53-224A-B6D4901EAB0F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11" creationId="{63EAC848-88D2-7A10-E878-444ADA855E23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12" creationId="{BED7A820-9D6E-7E7E-A906-8A9424528316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0" creationId="{87EC125B-CB98-6914-1633-6697471A2CB4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1" creationId="{0AF67847-7DEF-CDAB-6208-0271BFB4FB06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3" creationId="{0011846D-F543-398E-85CB-0AB0A842928A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4" creationId="{37B5D87E-7419-7CC0-91CC-8A0807F0F999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5" creationId="{4745244D-B431-F067-4A97-7CC4387296FB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6" creationId="{FB9C53DE-8D1F-6DF4-8CE3-3A262A9F8737}"/>
          </ac:spMkLst>
        </pc:sp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4" creationId="{49B7ACC6-6794-9162-52B2-E80F7E4B0442}"/>
          </ac:picMkLst>
        </pc:pic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7" creationId="{42FD45A0-A9EA-D518-41B5-21FA7A24BA60}"/>
          </ac:picMkLst>
        </pc:pic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10" creationId="{C2B12388-3179-41F8-2462-0C9BA14093FF}"/>
          </ac:picMkLst>
        </pc:pic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7170" creationId="{A3C33C8C-6841-03A7-574F-E161D6BA2409}"/>
          </ac:picMkLst>
        </pc:pic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9" creationId="{FD972B84-6C44-171E-8256-D2A04F01B0C9}"/>
          </ac:cxnSpMkLst>
        </pc:cxn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16" creationId="{612BCBDC-DECE-5090-7C5B-6492FF4CE722}"/>
          </ac:cxnSpMkLst>
        </pc:cxn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17" creationId="{AF045F09-2718-C456-D477-E816A43885FF}"/>
          </ac:cxnSpMkLst>
        </pc:cxn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28" creationId="{6C11ADF7-6234-2989-2798-F5AAD5EDE3BF}"/>
          </ac:cxnSpMkLst>
        </pc:cxnChg>
      </pc:sldChg>
      <pc:sldChg chg="modSp mod">
        <pc:chgData name="Xin Luo" userId="82312ee5779919a4" providerId="LiveId" clId="{23920C8D-EBCE-A347-9C82-C14316D20539}" dt="2022-10-26T02:56:58.658" v="480" actId="207"/>
        <pc:sldMkLst>
          <pc:docMk/>
          <pc:sldMk cId="63705705" sldId="2612"/>
        </pc:sldMkLst>
        <pc:spChg chg="mod">
          <ac:chgData name="Xin Luo" userId="82312ee5779919a4" providerId="LiveId" clId="{23920C8D-EBCE-A347-9C82-C14316D20539}" dt="2022-10-26T02:56:58.658" v="480" actId="207"/>
          <ac:spMkLst>
            <pc:docMk/>
            <pc:sldMk cId="63705705" sldId="2612"/>
            <ac:spMk id="63" creationId="{6400CC45-5050-7ACD-CE08-CC6D7000A1DA}"/>
          </ac:spMkLst>
        </pc:spChg>
      </pc:sldChg>
      <pc:sldChg chg="addSp modSp">
        <pc:chgData name="Xin Luo" userId="82312ee5779919a4" providerId="LiveId" clId="{23920C8D-EBCE-A347-9C82-C14316D20539}" dt="2022-10-26T12:19:06.428" v="501" actId="767"/>
        <pc:sldMkLst>
          <pc:docMk/>
          <pc:sldMk cId="963926578" sldId="2613"/>
        </pc:sldMkLst>
        <pc:spChg chg="add mod">
          <ac:chgData name="Xin Luo" userId="82312ee5779919a4" providerId="LiveId" clId="{23920C8D-EBCE-A347-9C82-C14316D20539}" dt="2022-10-26T12:19:06.428" v="501" actId="767"/>
          <ac:spMkLst>
            <pc:docMk/>
            <pc:sldMk cId="963926578" sldId="2613"/>
            <ac:spMk id="2" creationId="{5F7683B3-77E0-69A9-94AE-FF04E7249325}"/>
          </ac:spMkLst>
        </pc:spChg>
      </pc:sldChg>
      <pc:sldChg chg="modSp add mod">
        <pc:chgData name="Xin Luo" userId="82312ee5779919a4" providerId="LiveId" clId="{23920C8D-EBCE-A347-9C82-C14316D20539}" dt="2022-10-10T01:06:02.902" v="365" actId="403"/>
        <pc:sldMkLst>
          <pc:docMk/>
          <pc:sldMk cId="2358282757" sldId="2714"/>
        </pc:sldMkLst>
        <pc:spChg chg="mod">
          <ac:chgData name="Xin Luo" userId="82312ee5779919a4" providerId="LiveId" clId="{23920C8D-EBCE-A347-9C82-C14316D20539}" dt="2022-10-10T01:06:02.902" v="365" actId="403"/>
          <ac:spMkLst>
            <pc:docMk/>
            <pc:sldMk cId="2358282757" sldId="2714"/>
            <ac:spMk id="2" creationId="{DB381E7B-A050-4BE4-6756-9B64308C74D7}"/>
          </ac:spMkLst>
        </pc:spChg>
      </pc:sldChg>
    </pc:docChg>
  </pc:docChgLst>
  <pc:docChgLst>
    <pc:chgData name="Xin Luo" userId="82312ee5779919a4" providerId="LiveId" clId="{4DB6C473-8E57-A543-81F7-48BE109E8C13}"/>
    <pc:docChg chg="undo custSel addSld delSld modSld sldOrd delMainMaster">
      <pc:chgData name="Xin Luo" userId="82312ee5779919a4" providerId="LiveId" clId="{4DB6C473-8E57-A543-81F7-48BE109E8C13}" dt="2023-02-21T15:10:04.498" v="5724" actId="108"/>
      <pc:docMkLst>
        <pc:docMk/>
      </pc:docMkLst>
      <pc:sldChg chg="addSp delSp modSp mod">
        <pc:chgData name="Xin Luo" userId="82312ee5779919a4" providerId="LiveId" clId="{4DB6C473-8E57-A543-81F7-48BE109E8C13}" dt="2023-02-21T08:54:32.554" v="3595" actId="1076"/>
        <pc:sldMkLst>
          <pc:docMk/>
          <pc:sldMk cId="1576120367" sldId="2387"/>
        </pc:sldMkLst>
        <pc:spChg chg="add del mod">
          <ac:chgData name="Xin Luo" userId="82312ee5779919a4" providerId="LiveId" clId="{4DB6C473-8E57-A543-81F7-48BE109E8C13}" dt="2023-02-21T05:44:22.831" v="2010"/>
          <ac:spMkLst>
            <pc:docMk/>
            <pc:sldMk cId="1576120367" sldId="2387"/>
            <ac:spMk id="4" creationId="{14071939-13A8-68AD-CF24-E66618C9CB95}"/>
          </ac:spMkLst>
        </pc:spChg>
        <pc:spChg chg="add del">
          <ac:chgData name="Xin Luo" userId="82312ee5779919a4" providerId="LiveId" clId="{4DB6C473-8E57-A543-81F7-48BE109E8C13}" dt="2023-02-21T05:42:59.400" v="1996" actId="478"/>
          <ac:spMkLst>
            <pc:docMk/>
            <pc:sldMk cId="1576120367" sldId="2387"/>
            <ac:spMk id="6" creationId="{00000000-0000-0000-0000-000000000000}"/>
          </ac:spMkLst>
        </pc:spChg>
        <pc:spChg chg="del">
          <ac:chgData name="Xin Luo" userId="82312ee5779919a4" providerId="LiveId" clId="{4DB6C473-8E57-A543-81F7-48BE109E8C13}" dt="2023-02-21T05:42:53.918" v="1994" actId="478"/>
          <ac:spMkLst>
            <pc:docMk/>
            <pc:sldMk cId="1576120367" sldId="2387"/>
            <ac:spMk id="7" creationId="{00000000-0000-0000-0000-000000000000}"/>
          </ac:spMkLst>
        </pc:spChg>
        <pc:spChg chg="add del mod">
          <ac:chgData name="Xin Luo" userId="82312ee5779919a4" providerId="LiveId" clId="{4DB6C473-8E57-A543-81F7-48BE109E8C13}" dt="2023-02-21T05:46:39.935" v="2038" actId="478"/>
          <ac:spMkLst>
            <pc:docMk/>
            <pc:sldMk cId="1576120367" sldId="2387"/>
            <ac:spMk id="8" creationId="{5795B555-5780-95D6-6939-E2A2F840CEDB}"/>
          </ac:spMkLst>
        </pc:spChg>
        <pc:spChg chg="add del mod topLvl">
          <ac:chgData name="Xin Luo" userId="82312ee5779919a4" providerId="LiveId" clId="{4DB6C473-8E57-A543-81F7-48BE109E8C13}" dt="2023-02-21T05:47:15.440" v="2044" actId="164"/>
          <ac:spMkLst>
            <pc:docMk/>
            <pc:sldMk cId="1576120367" sldId="2387"/>
            <ac:spMk id="10" creationId="{00000000-0000-0000-0000-000000000000}"/>
          </ac:spMkLst>
        </pc:spChg>
        <pc:spChg chg="mod topLvl">
          <ac:chgData name="Xin Luo" userId="82312ee5779919a4" providerId="LiveId" clId="{4DB6C473-8E57-A543-81F7-48BE109E8C13}" dt="2023-02-21T05:47:15.440" v="2044" actId="164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3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4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5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6" creationId="{00000000-0000-0000-0000-000000000000}"/>
          </ac:spMkLst>
        </pc:spChg>
        <pc:grpChg chg="add del mod">
          <ac:chgData name="Xin Luo" userId="82312ee5779919a4" providerId="LiveId" clId="{4DB6C473-8E57-A543-81F7-48BE109E8C13}" dt="2023-02-21T08:54:26.670" v="3594" actId="478"/>
          <ac:grpSpMkLst>
            <pc:docMk/>
            <pc:sldMk cId="1576120367" sldId="2387"/>
            <ac:grpSpMk id="2" creationId="{390AEDC4-AC8C-713C-F926-259F989CB162}"/>
          </ac:grpSpMkLst>
        </pc:grpChg>
        <pc:grpChg chg="add mod">
          <ac:chgData name="Xin Luo" userId="82312ee5779919a4" providerId="LiveId" clId="{4DB6C473-8E57-A543-81F7-48BE109E8C13}" dt="2023-02-21T08:54:32.554" v="3595" actId="1076"/>
          <ac:grpSpMkLst>
            <pc:docMk/>
            <pc:sldMk cId="1576120367" sldId="2387"/>
            <ac:grpSpMk id="3" creationId="{12ED16A1-79B8-7DB1-1CC1-250B051BAD58}"/>
          </ac:grpSpMkLst>
        </pc:grpChg>
        <pc:grpChg chg="add del mod">
          <ac:chgData name="Xin Luo" userId="82312ee5779919a4" providerId="LiveId" clId="{4DB6C473-8E57-A543-81F7-48BE109E8C13}" dt="2023-02-21T05:45:51.755" v="2019" actId="165"/>
          <ac:grpSpMkLst>
            <pc:docMk/>
            <pc:sldMk cId="1576120367" sldId="2387"/>
            <ac:grpSpMk id="5" creationId="{8F30E2E3-F8BB-EDF1-8726-1256D1547BF7}"/>
          </ac:grpSpMkLst>
        </pc:grpChg>
        <pc:grpChg chg="add mod">
          <ac:chgData name="Xin Luo" userId="82312ee5779919a4" providerId="LiveId" clId="{4DB6C473-8E57-A543-81F7-48BE109E8C13}" dt="2023-02-21T08:54:32.554" v="3595" actId="1076"/>
          <ac:grpSpMkLst>
            <pc:docMk/>
            <pc:sldMk cId="1576120367" sldId="2387"/>
            <ac:grpSpMk id="9" creationId="{84B9B8D5-4BCC-CDFF-1E13-B005060A8BDF}"/>
          </ac:grpSpMkLst>
        </pc:grpChg>
      </pc:sldChg>
      <pc:sldChg chg="del">
        <pc:chgData name="Xin Luo" userId="82312ee5779919a4" providerId="LiveId" clId="{4DB6C473-8E57-A543-81F7-48BE109E8C13}" dt="2023-02-21T08:54:15.767" v="3575" actId="2696"/>
        <pc:sldMkLst>
          <pc:docMk/>
          <pc:sldMk cId="0" sldId="2446"/>
        </pc:sldMkLst>
      </pc:sldChg>
      <pc:sldChg chg="modSp mod ord">
        <pc:chgData name="Xin Luo" userId="82312ee5779919a4" providerId="LiveId" clId="{4DB6C473-8E57-A543-81F7-48BE109E8C13}" dt="2023-02-21T06:59:18.091" v="3225" actId="20578"/>
        <pc:sldMkLst>
          <pc:docMk/>
          <pc:sldMk cId="2415901206" sldId="2447"/>
        </pc:sldMkLst>
        <pc:spChg chg="mod">
          <ac:chgData name="Xin Luo" userId="82312ee5779919a4" providerId="LiveId" clId="{4DB6C473-8E57-A543-81F7-48BE109E8C13}" dt="2023-02-21T03:26:36.249" v="1977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 ord">
        <pc:chgData name="Xin Luo" userId="82312ee5779919a4" providerId="LiveId" clId="{4DB6C473-8E57-A543-81F7-48BE109E8C13}" dt="2023-02-21T07:23:56.843" v="3356" actId="20577"/>
        <pc:sldMkLst>
          <pc:docMk/>
          <pc:sldMk cId="4067577602" sldId="2605"/>
        </pc:sldMkLst>
        <pc:spChg chg="mod">
          <ac:chgData name="Xin Luo" userId="82312ee5779919a4" providerId="LiveId" clId="{4DB6C473-8E57-A543-81F7-48BE109E8C13}" dt="2023-02-21T07:23:56.843" v="3356" actId="20577"/>
          <ac:spMkLst>
            <pc:docMk/>
            <pc:sldMk cId="4067577602" sldId="2605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3:26:50.232" v="1984" actId="20577"/>
          <ac:spMkLst>
            <pc:docMk/>
            <pc:sldMk cId="4067577602" sldId="2605"/>
            <ac:spMk id="3" creationId="{00000000-0000-0000-0000-000000000000}"/>
          </ac:spMkLst>
        </pc:spChg>
        <pc:spChg chg="add del mod">
          <ac:chgData name="Xin Luo" userId="82312ee5779919a4" providerId="LiveId" clId="{4DB6C473-8E57-A543-81F7-48BE109E8C13}" dt="2023-02-21T07:21:29.220" v="3297"/>
          <ac:spMkLst>
            <pc:docMk/>
            <pc:sldMk cId="4067577602" sldId="2605"/>
            <ac:spMk id="4" creationId="{6043EA4A-1AB3-028D-434C-C16CE58B3A2A}"/>
          </ac:spMkLst>
        </pc:spChg>
        <pc:spChg chg="add mod">
          <ac:chgData name="Xin Luo" userId="82312ee5779919a4" providerId="LiveId" clId="{4DB6C473-8E57-A543-81F7-48BE109E8C13}" dt="2023-02-21T07:23:29.335" v="3346" actId="1076"/>
          <ac:spMkLst>
            <pc:docMk/>
            <pc:sldMk cId="4067577602" sldId="2605"/>
            <ac:spMk id="5" creationId="{8CB3051E-1455-F2D6-027A-C359D1264B18}"/>
          </ac:spMkLst>
        </pc:spChg>
        <pc:spChg chg="del">
          <ac:chgData name="Xin Luo" userId="82312ee5779919a4" providerId="LiveId" clId="{4DB6C473-8E57-A543-81F7-48BE109E8C13}" dt="2023-02-21T05:48:10.681" v="2114" actId="478"/>
          <ac:spMkLst>
            <pc:docMk/>
            <pc:sldMk cId="4067577602" sldId="2605"/>
            <ac:spMk id="15" creationId="{32C45697-89D7-5F4B-C2BC-3A7FBC2C544B}"/>
          </ac:spMkLst>
        </pc:spChg>
        <pc:spChg chg="mod">
          <ac:chgData name="Xin Luo" userId="82312ee5779919a4" providerId="LiveId" clId="{4DB6C473-8E57-A543-81F7-48BE109E8C13}" dt="2023-02-21T07:11:29.463" v="3277" actId="2710"/>
          <ac:spMkLst>
            <pc:docMk/>
            <pc:sldMk cId="4067577602" sldId="2605"/>
            <ac:spMk id="17" creationId="{9E05FFCA-3371-AF5C-381D-71D984055F5A}"/>
          </ac:spMkLst>
        </pc:spChg>
        <pc:picChg chg="del">
          <ac:chgData name="Xin Luo" userId="82312ee5779919a4" providerId="LiveId" clId="{4DB6C473-8E57-A543-81F7-48BE109E8C13}" dt="2023-02-21T05:48:06.479" v="2112" actId="478"/>
          <ac:picMkLst>
            <pc:docMk/>
            <pc:sldMk cId="4067577602" sldId="2605"/>
            <ac:picMk id="10" creationId="{492CAE81-3897-13BB-6E5A-74F2AC5F581A}"/>
          </ac:picMkLst>
        </pc:picChg>
        <pc:picChg chg="del">
          <ac:chgData name="Xin Luo" userId="82312ee5779919a4" providerId="LiveId" clId="{4DB6C473-8E57-A543-81F7-48BE109E8C13}" dt="2023-02-21T05:48:08.245" v="2113" actId="478"/>
          <ac:picMkLst>
            <pc:docMk/>
            <pc:sldMk cId="4067577602" sldId="2605"/>
            <ac:picMk id="14" creationId="{0637D38F-D0BE-5E7D-7891-2D7FAA4B4ED9}"/>
          </ac:picMkLst>
        </pc:picChg>
        <pc:picChg chg="add mod">
          <ac:chgData name="Xin Luo" userId="82312ee5779919a4" providerId="LiveId" clId="{4DB6C473-8E57-A543-81F7-48BE109E8C13}" dt="2023-02-21T07:23:29.335" v="3346" actId="1076"/>
          <ac:picMkLst>
            <pc:docMk/>
            <pc:sldMk cId="4067577602" sldId="2605"/>
            <ac:picMk id="1026" creationId="{9270A6EE-B03E-77C5-630F-E811251395A0}"/>
          </ac:picMkLst>
        </pc:picChg>
      </pc:sldChg>
      <pc:sldChg chg="del">
        <pc:chgData name="Xin Luo" userId="82312ee5779919a4" providerId="LiveId" clId="{4DB6C473-8E57-A543-81F7-48BE109E8C13}" dt="2023-02-21T14:49:50.253" v="5372" actId="2696"/>
        <pc:sldMkLst>
          <pc:docMk/>
          <pc:sldMk cId="963926578" sldId="2613"/>
        </pc:sldMkLst>
      </pc:sldChg>
      <pc:sldChg chg="del">
        <pc:chgData name="Xin Luo" userId="82312ee5779919a4" providerId="LiveId" clId="{4DB6C473-8E57-A543-81F7-48BE109E8C13}" dt="2023-02-21T14:49:50.286" v="5373" actId="2696"/>
        <pc:sldMkLst>
          <pc:docMk/>
          <pc:sldMk cId="1377829391" sldId="2689"/>
        </pc:sldMkLst>
      </pc:sldChg>
      <pc:sldChg chg="del">
        <pc:chgData name="Xin Luo" userId="82312ee5779919a4" providerId="LiveId" clId="{4DB6C473-8E57-A543-81F7-48BE109E8C13}" dt="2023-02-21T14:49:50.299" v="5374" actId="2696"/>
        <pc:sldMkLst>
          <pc:docMk/>
          <pc:sldMk cId="2843640805" sldId="2704"/>
        </pc:sldMkLst>
      </pc:sldChg>
      <pc:sldChg chg="delSp modSp add mod ord">
        <pc:chgData name="Xin Luo" userId="82312ee5779919a4" providerId="LiveId" clId="{4DB6C473-8E57-A543-81F7-48BE109E8C13}" dt="2023-02-21T05:54:53.172" v="2328" actId="113"/>
        <pc:sldMkLst>
          <pc:docMk/>
          <pc:sldMk cId="2688334957" sldId="2705"/>
        </pc:sldMkLst>
        <pc:spChg chg="mod">
          <ac:chgData name="Xin Luo" userId="82312ee5779919a4" providerId="LiveId" clId="{4DB6C473-8E57-A543-81F7-48BE109E8C13}" dt="2023-02-21T03:04:15.029" v="17" actId="20577"/>
          <ac:spMkLst>
            <pc:docMk/>
            <pc:sldMk cId="2688334957" sldId="2705"/>
            <ac:spMk id="2" creationId="{631AADB6-C88A-D817-4683-FC087E4E240F}"/>
          </ac:spMkLst>
        </pc:spChg>
        <pc:spChg chg="del">
          <ac:chgData name="Xin Luo" userId="82312ee5779919a4" providerId="LiveId" clId="{4DB6C473-8E57-A543-81F7-48BE109E8C13}" dt="2023-02-21T03:04:17.351" v="18" actId="478"/>
          <ac:spMkLst>
            <pc:docMk/>
            <pc:sldMk cId="2688334957" sldId="2705"/>
            <ac:spMk id="15" creationId="{32C45697-89D7-5F4B-C2BC-3A7FBC2C544B}"/>
          </ac:spMkLst>
        </pc:spChg>
        <pc:spChg chg="mod">
          <ac:chgData name="Xin Luo" userId="82312ee5779919a4" providerId="LiveId" clId="{4DB6C473-8E57-A543-81F7-48BE109E8C13}" dt="2023-02-21T05:54:53.172" v="2328" actId="113"/>
          <ac:spMkLst>
            <pc:docMk/>
            <pc:sldMk cId="2688334957" sldId="2705"/>
            <ac:spMk id="17" creationId="{9E05FFCA-3371-AF5C-381D-71D984055F5A}"/>
          </ac:spMkLst>
        </pc:spChg>
        <pc:picChg chg="del">
          <ac:chgData name="Xin Luo" userId="82312ee5779919a4" providerId="LiveId" clId="{4DB6C473-8E57-A543-81F7-48BE109E8C13}" dt="2023-02-21T03:04:18.544" v="20" actId="478"/>
          <ac:picMkLst>
            <pc:docMk/>
            <pc:sldMk cId="2688334957" sldId="2705"/>
            <ac:picMk id="10" creationId="{492CAE81-3897-13BB-6E5A-74F2AC5F581A}"/>
          </ac:picMkLst>
        </pc:picChg>
        <pc:picChg chg="del">
          <ac:chgData name="Xin Luo" userId="82312ee5779919a4" providerId="LiveId" clId="{4DB6C473-8E57-A543-81F7-48BE109E8C13}" dt="2023-02-21T03:04:17.947" v="19" actId="478"/>
          <ac:picMkLst>
            <pc:docMk/>
            <pc:sldMk cId="2688334957" sldId="2705"/>
            <ac:picMk id="14" creationId="{0637D38F-D0BE-5E7D-7891-2D7FAA4B4ED9}"/>
          </ac:picMkLst>
        </pc:picChg>
      </pc:sldChg>
      <pc:sldChg chg="modSp add mod">
        <pc:chgData name="Xin Luo" userId="82312ee5779919a4" providerId="LiveId" clId="{4DB6C473-8E57-A543-81F7-48BE109E8C13}" dt="2023-02-21T05:59:45.306" v="2357" actId="2711"/>
        <pc:sldMkLst>
          <pc:docMk/>
          <pc:sldMk cId="2464444856" sldId="2706"/>
        </pc:sldMkLst>
        <pc:spChg chg="mod">
          <ac:chgData name="Xin Luo" userId="82312ee5779919a4" providerId="LiveId" clId="{4DB6C473-8E57-A543-81F7-48BE109E8C13}" dt="2023-02-21T05:59:45.306" v="2357" actId="2711"/>
          <ac:spMkLst>
            <pc:docMk/>
            <pc:sldMk cId="2464444856" sldId="2706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5:59:45.306" v="2357" actId="2711"/>
          <ac:spMkLst>
            <pc:docMk/>
            <pc:sldMk cId="2464444856" sldId="2706"/>
            <ac:spMk id="3" creationId="{00000000-0000-0000-0000-000000000000}"/>
          </ac:spMkLst>
        </pc:spChg>
        <pc:spChg chg="mod">
          <ac:chgData name="Xin Luo" userId="82312ee5779919a4" providerId="LiveId" clId="{4DB6C473-8E57-A543-81F7-48BE109E8C13}" dt="2023-02-21T05:59:45.306" v="2357" actId="2711"/>
          <ac:spMkLst>
            <pc:docMk/>
            <pc:sldMk cId="2464444856" sldId="2706"/>
            <ac:spMk id="17" creationId="{9E05FFCA-3371-AF5C-381D-71D984055F5A}"/>
          </ac:spMkLst>
        </pc:spChg>
      </pc:sldChg>
      <pc:sldChg chg="modSp add mod">
        <pc:chgData name="Xin Luo" userId="82312ee5779919a4" providerId="LiveId" clId="{4DB6C473-8E57-A543-81F7-48BE109E8C13}" dt="2023-02-21T06:00:27.005" v="2362" actId="113"/>
        <pc:sldMkLst>
          <pc:docMk/>
          <pc:sldMk cId="1602808061" sldId="2707"/>
        </pc:sldMkLst>
        <pc:spChg chg="mod">
          <ac:chgData name="Xin Luo" userId="82312ee5779919a4" providerId="LiveId" clId="{4DB6C473-8E57-A543-81F7-48BE109E8C13}" dt="2023-02-21T03:16:48.798" v="1289" actId="20577"/>
          <ac:spMkLst>
            <pc:docMk/>
            <pc:sldMk cId="1602808061" sldId="2707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6:00:27.005" v="2362" actId="113"/>
          <ac:spMkLst>
            <pc:docMk/>
            <pc:sldMk cId="1602808061" sldId="2707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4DB6C473-8E57-A543-81F7-48BE109E8C13}" dt="2023-02-21T03:24:12.660" v="1798" actId="207"/>
        <pc:sldMkLst>
          <pc:docMk/>
          <pc:sldMk cId="1658607177" sldId="2708"/>
        </pc:sldMkLst>
        <pc:spChg chg="add mod">
          <ac:chgData name="Xin Luo" userId="82312ee5779919a4" providerId="LiveId" clId="{4DB6C473-8E57-A543-81F7-48BE109E8C13}" dt="2023-02-21T03:24:12.660" v="1798" actId="20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4DB6C473-8E57-A543-81F7-48BE109E8C13}" dt="2023-02-21T03:22:03.139" v="1731" actId="20577"/>
          <ac:spMkLst>
            <pc:docMk/>
            <pc:sldMk cId="1658607177" sldId="2708"/>
            <ac:spMk id="24" creationId="{00000000-0000-0000-0000-000000000000}"/>
          </ac:spMkLst>
        </pc:spChg>
        <pc:picChg chg="mod">
          <ac:chgData name="Xin Luo" userId="82312ee5779919a4" providerId="LiveId" clId="{4DB6C473-8E57-A543-81F7-48BE109E8C13}" dt="2023-02-21T03:23:29.344" v="1786" actId="1076"/>
          <ac:picMkLst>
            <pc:docMk/>
            <pc:sldMk cId="1658607177" sldId="2708"/>
            <ac:picMk id="4" creationId="{C5A20417-E7CA-C285-EB98-9BD26873E83E}"/>
          </ac:picMkLst>
        </pc:picChg>
      </pc:sldChg>
      <pc:sldChg chg="add del setBg">
        <pc:chgData name="Xin Luo" userId="82312ee5779919a4" providerId="LiveId" clId="{4DB6C473-8E57-A543-81F7-48BE109E8C13}" dt="2023-02-21T03:21:36.224" v="1707"/>
        <pc:sldMkLst>
          <pc:docMk/>
          <pc:sldMk cId="3430641667" sldId="2708"/>
        </pc:sldMkLst>
      </pc:sldChg>
      <pc:sldChg chg="modSp add mod ord">
        <pc:chgData name="Xin Luo" userId="82312ee5779919a4" providerId="LiveId" clId="{4DB6C473-8E57-A543-81F7-48BE109E8C13}" dt="2023-02-21T07:27:15.123" v="3399" actId="20578"/>
        <pc:sldMkLst>
          <pc:docMk/>
          <pc:sldMk cId="1257969106" sldId="2709"/>
        </pc:sldMkLst>
        <pc:spChg chg="mod">
          <ac:chgData name="Xin Luo" userId="82312ee5779919a4" providerId="LiveId" clId="{4DB6C473-8E57-A543-81F7-48BE109E8C13}" dt="2023-02-21T05:47:38.868" v="2080" actId="20577"/>
          <ac:spMkLst>
            <pc:docMk/>
            <pc:sldMk cId="1257969106" sldId="2709"/>
            <ac:spMk id="7" creationId="{00000000-0000-0000-0000-000000000000}"/>
          </ac:spMkLst>
        </pc:spChg>
      </pc:sldChg>
      <pc:sldChg chg="add del setBg">
        <pc:chgData name="Xin Luo" userId="82312ee5779919a4" providerId="LiveId" clId="{4DB6C473-8E57-A543-81F7-48BE109E8C13}" dt="2023-02-21T03:22:38.148" v="1735"/>
        <pc:sldMkLst>
          <pc:docMk/>
          <pc:sldMk cId="2068292362" sldId="2709"/>
        </pc:sldMkLst>
      </pc:sldChg>
      <pc:sldChg chg="add del setBg">
        <pc:chgData name="Xin Luo" userId="82312ee5779919a4" providerId="LiveId" clId="{4DB6C473-8E57-A543-81F7-48BE109E8C13}" dt="2023-02-21T03:22:29.206" v="1733"/>
        <pc:sldMkLst>
          <pc:docMk/>
          <pc:sldMk cId="4244071672" sldId="2709"/>
        </pc:sldMkLst>
      </pc:sldChg>
      <pc:sldChg chg="modSp add del mod">
        <pc:chgData name="Xin Luo" userId="82312ee5779919a4" providerId="LiveId" clId="{4DB6C473-8E57-A543-81F7-48BE109E8C13}" dt="2023-02-21T12:49:10.754" v="4207" actId="2696"/>
        <pc:sldMkLst>
          <pc:docMk/>
          <pc:sldMk cId="4096743637" sldId="2710"/>
        </pc:sldMkLst>
        <pc:spChg chg="mod">
          <ac:chgData name="Xin Luo" userId="82312ee5779919a4" providerId="LiveId" clId="{4DB6C473-8E57-A543-81F7-48BE109E8C13}" dt="2023-02-21T05:47:46.587" v="2093" actId="20577"/>
          <ac:spMkLst>
            <pc:docMk/>
            <pc:sldMk cId="4096743637" sldId="2710"/>
            <ac:spMk id="7" creationId="{00000000-0000-0000-0000-000000000000}"/>
          </ac:spMkLst>
        </pc:spChg>
      </pc:sldChg>
      <pc:sldChg chg="addSp delSp modSp add mod">
        <pc:chgData name="Xin Luo" userId="82312ee5779919a4" providerId="LiveId" clId="{4DB6C473-8E57-A543-81F7-48BE109E8C13}" dt="2023-02-21T15:08:47.651" v="5619" actId="113"/>
        <pc:sldMkLst>
          <pc:docMk/>
          <pc:sldMk cId="2744383376" sldId="2711"/>
        </pc:sldMkLst>
        <pc:spChg chg="mod">
          <ac:chgData name="Xin Luo" userId="82312ee5779919a4" providerId="LiveId" clId="{4DB6C473-8E57-A543-81F7-48BE109E8C13}" dt="2023-02-21T07:01:42.969" v="3272" actId="20577"/>
          <ac:spMkLst>
            <pc:docMk/>
            <pc:sldMk cId="2744383376" sldId="2711"/>
            <ac:spMk id="2" creationId="{631AADB6-C88A-D817-4683-FC087E4E240F}"/>
          </ac:spMkLst>
        </pc:spChg>
        <pc:spChg chg="add del">
          <ac:chgData name="Xin Luo" userId="82312ee5779919a4" providerId="LiveId" clId="{4DB6C473-8E57-A543-81F7-48BE109E8C13}" dt="2023-02-21T06:08:19.635" v="2522" actId="22"/>
          <ac:spMkLst>
            <pc:docMk/>
            <pc:sldMk cId="2744383376" sldId="2711"/>
            <ac:spMk id="5" creationId="{9005BDE5-6349-121C-B95F-5D695486765F}"/>
          </ac:spMkLst>
        </pc:spChg>
        <pc:spChg chg="add del mod">
          <ac:chgData name="Xin Luo" userId="82312ee5779919a4" providerId="LiveId" clId="{4DB6C473-8E57-A543-81F7-48BE109E8C13}" dt="2023-02-21T06:36:09.199" v="3158" actId="478"/>
          <ac:spMkLst>
            <pc:docMk/>
            <pc:sldMk cId="2744383376" sldId="2711"/>
            <ac:spMk id="7" creationId="{508CFB8D-1428-2D03-7C0B-F181DD0AC3B0}"/>
          </ac:spMkLst>
        </pc:spChg>
        <pc:spChg chg="add del mod">
          <ac:chgData name="Xin Luo" userId="82312ee5779919a4" providerId="LiveId" clId="{4DB6C473-8E57-A543-81F7-48BE109E8C13}" dt="2023-02-21T06:35:09.270" v="3110" actId="478"/>
          <ac:spMkLst>
            <pc:docMk/>
            <pc:sldMk cId="2744383376" sldId="2711"/>
            <ac:spMk id="8" creationId="{FE049113-DA9A-B499-A9F7-CE696334739C}"/>
          </ac:spMkLst>
        </pc:spChg>
        <pc:spChg chg="add del">
          <ac:chgData name="Xin Luo" userId="82312ee5779919a4" providerId="LiveId" clId="{4DB6C473-8E57-A543-81F7-48BE109E8C13}" dt="2023-02-21T06:24:41.792" v="2925" actId="22"/>
          <ac:spMkLst>
            <pc:docMk/>
            <pc:sldMk cId="2744383376" sldId="2711"/>
            <ac:spMk id="10" creationId="{2A70B923-8B0E-BFB6-100F-07B5471C1335}"/>
          </ac:spMkLst>
        </pc:spChg>
        <pc:spChg chg="add del mod">
          <ac:chgData name="Xin Luo" userId="82312ee5779919a4" providerId="LiveId" clId="{4DB6C473-8E57-A543-81F7-48BE109E8C13}" dt="2023-02-21T06:36:24.547" v="3163" actId="478"/>
          <ac:spMkLst>
            <pc:docMk/>
            <pc:sldMk cId="2744383376" sldId="2711"/>
            <ac:spMk id="12" creationId="{7AC7943F-2EEF-E2BC-7188-7457E9CCE47B}"/>
          </ac:spMkLst>
        </pc:spChg>
        <pc:spChg chg="add del mod">
          <ac:chgData name="Xin Luo" userId="82312ee5779919a4" providerId="LiveId" clId="{4DB6C473-8E57-A543-81F7-48BE109E8C13}" dt="2023-02-21T06:36:21.741" v="3162" actId="478"/>
          <ac:spMkLst>
            <pc:docMk/>
            <pc:sldMk cId="2744383376" sldId="2711"/>
            <ac:spMk id="13" creationId="{4D3246D5-B603-994F-3AE4-6B8ADC01AFBD}"/>
          </ac:spMkLst>
        </pc:spChg>
        <pc:spChg chg="add del mod">
          <ac:chgData name="Xin Luo" userId="82312ee5779919a4" providerId="LiveId" clId="{4DB6C473-8E57-A543-81F7-48BE109E8C13}" dt="2023-02-21T06:34:25.015" v="3081" actId="478"/>
          <ac:spMkLst>
            <pc:docMk/>
            <pc:sldMk cId="2744383376" sldId="2711"/>
            <ac:spMk id="15" creationId="{E4EF7755-FC04-518B-64D9-6CC2D64CFD40}"/>
          </ac:spMkLst>
        </pc:spChg>
        <pc:spChg chg="mod">
          <ac:chgData name="Xin Luo" userId="82312ee5779919a4" providerId="LiveId" clId="{4DB6C473-8E57-A543-81F7-48BE109E8C13}" dt="2023-02-21T15:07:43.844" v="5615" actId="1038"/>
          <ac:spMkLst>
            <pc:docMk/>
            <pc:sldMk cId="2744383376" sldId="2711"/>
            <ac:spMk id="17" creationId="{9E05FFCA-3371-AF5C-381D-71D984055F5A}"/>
          </ac:spMkLst>
        </pc:spChg>
        <pc:spChg chg="add mod">
          <ac:chgData name="Xin Luo" userId="82312ee5779919a4" providerId="LiveId" clId="{4DB6C473-8E57-A543-81F7-48BE109E8C13}" dt="2023-02-21T15:08:47.651" v="5619" actId="113"/>
          <ac:spMkLst>
            <pc:docMk/>
            <pc:sldMk cId="2744383376" sldId="2711"/>
            <ac:spMk id="18" creationId="{9D310AF3-A081-4032-01C0-C288D4F7AC53}"/>
          </ac:spMkLst>
        </pc:spChg>
      </pc:sldChg>
      <pc:sldChg chg="delSp modSp add del mod">
        <pc:chgData name="Xin Luo" userId="82312ee5779919a4" providerId="LiveId" clId="{4DB6C473-8E57-A543-81F7-48BE109E8C13}" dt="2023-02-21T07:27:24.620" v="3402" actId="2696"/>
        <pc:sldMkLst>
          <pc:docMk/>
          <pc:sldMk cId="1581220802" sldId="2712"/>
        </pc:sldMkLst>
        <pc:spChg chg="mod">
          <ac:chgData name="Xin Luo" userId="82312ee5779919a4" providerId="LiveId" clId="{4DB6C473-8E57-A543-81F7-48BE109E8C13}" dt="2023-02-21T07:01:48.402" v="3274" actId="20577"/>
          <ac:spMkLst>
            <pc:docMk/>
            <pc:sldMk cId="1581220802" sldId="2712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6:58:28.109" v="3222" actId="20577"/>
          <ac:spMkLst>
            <pc:docMk/>
            <pc:sldMk cId="1581220802" sldId="2712"/>
            <ac:spMk id="3" creationId="{00000000-0000-0000-0000-000000000000}"/>
          </ac:spMkLst>
        </pc:spChg>
        <pc:spChg chg="del mod">
          <ac:chgData name="Xin Luo" userId="82312ee5779919a4" providerId="LiveId" clId="{4DB6C473-8E57-A543-81F7-48BE109E8C13}" dt="2023-02-21T07:24:25.709" v="3365"/>
          <ac:spMkLst>
            <pc:docMk/>
            <pc:sldMk cId="1581220802" sldId="2712"/>
            <ac:spMk id="17" creationId="{9E05FFCA-3371-AF5C-381D-71D984055F5A}"/>
          </ac:spMkLst>
        </pc:spChg>
      </pc:sldChg>
      <pc:sldChg chg="modSp add del mod">
        <pc:chgData name="Xin Luo" userId="82312ee5779919a4" providerId="LiveId" clId="{4DB6C473-8E57-A543-81F7-48BE109E8C13}" dt="2023-02-21T07:24:13.066" v="3357" actId="2696"/>
        <pc:sldMkLst>
          <pc:docMk/>
          <pc:sldMk cId="2395170792" sldId="2713"/>
        </pc:sldMkLst>
        <pc:spChg chg="mod">
          <ac:chgData name="Xin Luo" userId="82312ee5779919a4" providerId="LiveId" clId="{4DB6C473-8E57-A543-81F7-48BE109E8C13}" dt="2023-02-21T06:15:05.106" v="2898" actId="20577"/>
          <ac:spMkLst>
            <pc:docMk/>
            <pc:sldMk cId="2395170792" sldId="2713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4DB6C473-8E57-A543-81F7-48BE109E8C13}" dt="2023-02-21T07:23:52.393" v="3353" actId="20577"/>
        <pc:sldMkLst>
          <pc:docMk/>
          <pc:sldMk cId="280619949" sldId="2714"/>
        </pc:sldMkLst>
        <pc:spChg chg="mod">
          <ac:chgData name="Xin Luo" userId="82312ee5779919a4" providerId="LiveId" clId="{4DB6C473-8E57-A543-81F7-48BE109E8C13}" dt="2023-02-21T07:23:52.393" v="3353" actId="20577"/>
          <ac:spMkLst>
            <pc:docMk/>
            <pc:sldMk cId="280619949" sldId="2714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7:13:49.998" v="3283" actId="404"/>
          <ac:spMkLst>
            <pc:docMk/>
            <pc:sldMk cId="280619949" sldId="2714"/>
            <ac:spMk id="17" creationId="{9E05FFCA-3371-AF5C-381D-71D984055F5A}"/>
          </ac:spMkLst>
        </pc:spChg>
        <pc:picChg chg="add mod">
          <ac:chgData name="Xin Luo" userId="82312ee5779919a4" providerId="LiveId" clId="{4DB6C473-8E57-A543-81F7-48BE109E8C13}" dt="2023-02-21T07:23:39.455" v="3348" actId="14100"/>
          <ac:picMkLst>
            <pc:docMk/>
            <pc:sldMk cId="280619949" sldId="2714"/>
            <ac:picMk id="5" creationId="{0604E948-208D-161C-F579-7EA72A1F42DC}"/>
          </ac:picMkLst>
        </pc:picChg>
      </pc:sldChg>
      <pc:sldChg chg="addSp modSp add mod">
        <pc:chgData name="Xin Luo" userId="82312ee5779919a4" providerId="LiveId" clId="{4DB6C473-8E57-A543-81F7-48BE109E8C13}" dt="2023-02-21T13:47:35.461" v="4912" actId="1076"/>
        <pc:sldMkLst>
          <pc:docMk/>
          <pc:sldMk cId="3852391939" sldId="2715"/>
        </pc:sldMkLst>
        <pc:spChg chg="mod">
          <ac:chgData name="Xin Luo" userId="82312ee5779919a4" providerId="LiveId" clId="{4DB6C473-8E57-A543-81F7-48BE109E8C13}" dt="2023-02-21T13:06:48.362" v="4245" actId="20577"/>
          <ac:spMkLst>
            <pc:docMk/>
            <pc:sldMk cId="3852391939" sldId="2715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7:43:23.802" v="3522" actId="20577"/>
          <ac:spMkLst>
            <pc:docMk/>
            <pc:sldMk cId="3852391939" sldId="2715"/>
            <ac:spMk id="3" creationId="{00000000-0000-0000-0000-000000000000}"/>
          </ac:spMkLst>
        </pc:spChg>
        <pc:spChg chg="add mod">
          <ac:chgData name="Xin Luo" userId="82312ee5779919a4" providerId="LiveId" clId="{4DB6C473-8E57-A543-81F7-48BE109E8C13}" dt="2023-02-21T13:41:38.670" v="4903" actId="20577"/>
          <ac:spMkLst>
            <pc:docMk/>
            <pc:sldMk cId="3852391939" sldId="2715"/>
            <ac:spMk id="5" creationId="{FCD10A89-5E0E-5D73-1D4F-9E11D943B29C}"/>
          </ac:spMkLst>
        </pc:spChg>
        <pc:picChg chg="add mod">
          <ac:chgData name="Xin Luo" userId="82312ee5779919a4" providerId="LiveId" clId="{4DB6C473-8E57-A543-81F7-48BE109E8C13}" dt="2023-02-21T13:47:35.461" v="4912" actId="1076"/>
          <ac:picMkLst>
            <pc:docMk/>
            <pc:sldMk cId="3852391939" sldId="2715"/>
            <ac:picMk id="2050" creationId="{8F8FBDFD-CF37-F4FE-58FA-9350A0CDABC7}"/>
          </ac:picMkLst>
        </pc:picChg>
      </pc:sldChg>
      <pc:sldChg chg="addSp modSp add mod ord">
        <pc:chgData name="Xin Luo" userId="82312ee5779919a4" providerId="LiveId" clId="{4DB6C473-8E57-A543-81F7-48BE109E8C13}" dt="2023-02-21T13:15:30.678" v="4562" actId="1035"/>
        <pc:sldMkLst>
          <pc:docMk/>
          <pc:sldMk cId="3026715585" sldId="2716"/>
        </pc:sldMkLst>
        <pc:spChg chg="mod">
          <ac:chgData name="Xin Luo" userId="82312ee5779919a4" providerId="LiveId" clId="{4DB6C473-8E57-A543-81F7-48BE109E8C13}" dt="2023-02-21T07:27:17.840" v="3401" actId="20577"/>
          <ac:spMkLst>
            <pc:docMk/>
            <pc:sldMk cId="3026715585" sldId="2716"/>
            <ac:spMk id="2" creationId="{631AADB6-C88A-D817-4683-FC087E4E240F}"/>
          </ac:spMkLst>
        </pc:spChg>
        <pc:spChg chg="add mod">
          <ac:chgData name="Xin Luo" userId="82312ee5779919a4" providerId="LiveId" clId="{4DB6C473-8E57-A543-81F7-48BE109E8C13}" dt="2023-02-21T13:15:30.678" v="4562" actId="1035"/>
          <ac:spMkLst>
            <pc:docMk/>
            <pc:sldMk cId="3026715585" sldId="2716"/>
            <ac:spMk id="4" creationId="{B31A8325-31D8-6F06-6D89-E39763C56875}"/>
          </ac:spMkLst>
        </pc:spChg>
        <pc:spChg chg="mod">
          <ac:chgData name="Xin Luo" userId="82312ee5779919a4" providerId="LiveId" clId="{4DB6C473-8E57-A543-81F7-48BE109E8C13}" dt="2023-02-21T12:48:49.893" v="4206" actId="1076"/>
          <ac:spMkLst>
            <pc:docMk/>
            <pc:sldMk cId="3026715585" sldId="2716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4DB6C473-8E57-A543-81F7-48BE109E8C13}" dt="2023-02-21T13:48:38.001" v="4936" actId="1076"/>
        <pc:sldMkLst>
          <pc:docMk/>
          <pc:sldMk cId="4136986794" sldId="2717"/>
        </pc:sldMkLst>
        <pc:spChg chg="mod">
          <ac:chgData name="Xin Luo" userId="82312ee5779919a4" providerId="LiveId" clId="{4DB6C473-8E57-A543-81F7-48BE109E8C13}" dt="2023-02-21T13:48:32.535" v="4933" actId="1035"/>
          <ac:spMkLst>
            <pc:docMk/>
            <pc:sldMk cId="4136986794" sldId="2717"/>
            <ac:spMk id="5" creationId="{FCD10A89-5E0E-5D73-1D4F-9E11D943B29C}"/>
          </ac:spMkLst>
        </pc:spChg>
        <pc:picChg chg="add mod">
          <ac:chgData name="Xin Luo" userId="82312ee5779919a4" providerId="LiveId" clId="{4DB6C473-8E57-A543-81F7-48BE109E8C13}" dt="2023-02-21T13:48:38.001" v="4936" actId="1076"/>
          <ac:picMkLst>
            <pc:docMk/>
            <pc:sldMk cId="4136986794" sldId="2717"/>
            <ac:picMk id="6" creationId="{2260B411-AFF0-1E09-142B-45C9F88562F7}"/>
          </ac:picMkLst>
        </pc:picChg>
      </pc:sldChg>
      <pc:sldChg chg="addSp delSp modSp add mod">
        <pc:chgData name="Xin Luo" userId="82312ee5779919a4" providerId="LiveId" clId="{4DB6C473-8E57-A543-81F7-48BE109E8C13}" dt="2023-02-21T14:08:09.514" v="5152" actId="1035"/>
        <pc:sldMkLst>
          <pc:docMk/>
          <pc:sldMk cId="1778017482" sldId="2718"/>
        </pc:sldMkLst>
        <pc:spChg chg="mod">
          <ac:chgData name="Xin Luo" userId="82312ee5779919a4" providerId="LiveId" clId="{4DB6C473-8E57-A543-81F7-48BE109E8C13}" dt="2023-02-21T14:08:07.366" v="5145" actId="1035"/>
          <ac:spMkLst>
            <pc:docMk/>
            <pc:sldMk cId="1778017482" sldId="2718"/>
            <ac:spMk id="5" creationId="{FCD10A89-5E0E-5D73-1D4F-9E11D943B29C}"/>
          </ac:spMkLst>
        </pc:spChg>
        <pc:picChg chg="del">
          <ac:chgData name="Xin Luo" userId="82312ee5779919a4" providerId="LiveId" clId="{4DB6C473-8E57-A543-81F7-48BE109E8C13}" dt="2023-02-21T13:48:49.937" v="4938" actId="478"/>
          <ac:picMkLst>
            <pc:docMk/>
            <pc:sldMk cId="1778017482" sldId="2718"/>
            <ac:picMk id="6" creationId="{2260B411-AFF0-1E09-142B-45C9F88562F7}"/>
          </ac:picMkLst>
        </pc:picChg>
        <pc:picChg chg="add mod">
          <ac:chgData name="Xin Luo" userId="82312ee5779919a4" providerId="LiveId" clId="{4DB6C473-8E57-A543-81F7-48BE109E8C13}" dt="2023-02-21T14:08:09.514" v="5152" actId="1035"/>
          <ac:picMkLst>
            <pc:docMk/>
            <pc:sldMk cId="1778017482" sldId="2718"/>
            <ac:picMk id="3074" creationId="{3E8CF22C-6E5D-0AAE-1F79-795E8B77EEF7}"/>
          </ac:picMkLst>
        </pc:picChg>
      </pc:sldChg>
      <pc:sldChg chg="delSp modSp add mod">
        <pc:chgData name="Xin Luo" userId="82312ee5779919a4" providerId="LiveId" clId="{4DB6C473-8E57-A543-81F7-48BE109E8C13}" dt="2023-02-21T15:10:04.498" v="5724" actId="108"/>
        <pc:sldMkLst>
          <pc:docMk/>
          <pc:sldMk cId="1858913004" sldId="2719"/>
        </pc:sldMkLst>
        <pc:spChg chg="mod">
          <ac:chgData name="Xin Luo" userId="82312ee5779919a4" providerId="LiveId" clId="{4DB6C473-8E57-A543-81F7-48BE109E8C13}" dt="2023-02-21T14:49:05.255" v="5311" actId="1076"/>
          <ac:spMkLst>
            <pc:docMk/>
            <pc:sldMk cId="1858913004" sldId="2719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15:10:04.498" v="5724" actId="108"/>
          <ac:spMkLst>
            <pc:docMk/>
            <pc:sldMk cId="1858913004" sldId="2719"/>
            <ac:spMk id="5" creationId="{FCD10A89-5E0E-5D73-1D4F-9E11D943B29C}"/>
          </ac:spMkLst>
        </pc:spChg>
        <pc:spChg chg="del">
          <ac:chgData name="Xin Luo" userId="82312ee5779919a4" providerId="LiveId" clId="{4DB6C473-8E57-A543-81F7-48BE109E8C13}" dt="2023-02-21T14:48:56.090" v="5307" actId="478"/>
          <ac:spMkLst>
            <pc:docMk/>
            <pc:sldMk cId="1858913004" sldId="2719"/>
            <ac:spMk id="17" creationId="{9E05FFCA-3371-AF5C-381D-71D984055F5A}"/>
          </ac:spMkLst>
        </pc:spChg>
        <pc:picChg chg="del">
          <ac:chgData name="Xin Luo" userId="82312ee5779919a4" providerId="LiveId" clId="{4DB6C473-8E57-A543-81F7-48BE109E8C13}" dt="2023-02-21T14:47:16.549" v="5154" actId="478"/>
          <ac:picMkLst>
            <pc:docMk/>
            <pc:sldMk cId="1858913004" sldId="2719"/>
            <ac:picMk id="3074" creationId="{3E8CF22C-6E5D-0AAE-1F79-795E8B77EEF7}"/>
          </ac:picMkLst>
        </pc:picChg>
      </pc:sldChg>
      <pc:sldChg chg="addSp delSp modSp add mod ord">
        <pc:chgData name="Xin Luo" userId="82312ee5779919a4" providerId="LiveId" clId="{4DB6C473-8E57-A543-81F7-48BE109E8C13}" dt="2023-02-21T15:06:45.211" v="5600" actId="20578"/>
        <pc:sldMkLst>
          <pc:docMk/>
          <pc:sldMk cId="3480831675" sldId="2720"/>
        </pc:sldMkLst>
        <pc:spChg chg="mod">
          <ac:chgData name="Xin Luo" userId="82312ee5779919a4" providerId="LiveId" clId="{4DB6C473-8E57-A543-81F7-48BE109E8C13}" dt="2023-02-21T14:58:21.259" v="5529" actId="1035"/>
          <ac:spMkLst>
            <pc:docMk/>
            <pc:sldMk cId="3480831675" sldId="2720"/>
            <ac:spMk id="2" creationId="{631AADB6-C88A-D817-4683-FC087E4E240F}"/>
          </ac:spMkLst>
        </pc:spChg>
        <pc:spChg chg="add mod">
          <ac:chgData name="Xin Luo" userId="82312ee5779919a4" providerId="LiveId" clId="{4DB6C473-8E57-A543-81F7-48BE109E8C13}" dt="2023-02-21T14:58:48.813" v="5569" actId="404"/>
          <ac:spMkLst>
            <pc:docMk/>
            <pc:sldMk cId="3480831675" sldId="2720"/>
            <ac:spMk id="4" creationId="{58EE51E5-8ACA-984C-6E8D-F8AA658223AD}"/>
          </ac:spMkLst>
        </pc:spChg>
        <pc:spChg chg="add mod">
          <ac:chgData name="Xin Luo" userId="82312ee5779919a4" providerId="LiveId" clId="{4DB6C473-8E57-A543-81F7-48BE109E8C13}" dt="2023-02-21T14:58:48.813" v="5569" actId="404"/>
          <ac:spMkLst>
            <pc:docMk/>
            <pc:sldMk cId="3480831675" sldId="2720"/>
            <ac:spMk id="5" creationId="{7F4897FB-F086-F339-A15F-A899143C7919}"/>
          </ac:spMkLst>
        </pc:spChg>
        <pc:spChg chg="add mod">
          <ac:chgData name="Xin Luo" userId="82312ee5779919a4" providerId="LiveId" clId="{4DB6C473-8E57-A543-81F7-48BE109E8C13}" dt="2023-02-21T15:06:20.559" v="5576" actId="962"/>
          <ac:spMkLst>
            <pc:docMk/>
            <pc:sldMk cId="3480831675" sldId="2720"/>
            <ac:spMk id="6" creationId="{7ED1482E-3610-E252-0E80-41B202D30E30}"/>
          </ac:spMkLst>
        </pc:spChg>
        <pc:spChg chg="del">
          <ac:chgData name="Xin Luo" userId="82312ee5779919a4" providerId="LiveId" clId="{4DB6C473-8E57-A543-81F7-48BE109E8C13}" dt="2023-02-21T14:51:13.253" v="5388" actId="478"/>
          <ac:spMkLst>
            <pc:docMk/>
            <pc:sldMk cId="3480831675" sldId="2720"/>
            <ac:spMk id="17" creationId="{9E05FFCA-3371-AF5C-381D-71D984055F5A}"/>
          </ac:spMkLst>
        </pc:spChg>
        <pc:spChg chg="del">
          <ac:chgData name="Xin Luo" userId="82312ee5779919a4" providerId="LiveId" clId="{4DB6C473-8E57-A543-81F7-48BE109E8C13}" dt="2023-02-21T14:51:18.075" v="5389" actId="478"/>
          <ac:spMkLst>
            <pc:docMk/>
            <pc:sldMk cId="3480831675" sldId="2720"/>
            <ac:spMk id="18" creationId="{9D310AF3-A081-4032-01C0-C288D4F7AC53}"/>
          </ac:spMkLst>
        </pc:spChg>
        <pc:picChg chg="add del mod">
          <ac:chgData name="Xin Luo" userId="82312ee5779919a4" providerId="LiveId" clId="{4DB6C473-8E57-A543-81F7-48BE109E8C13}" dt="2023-02-21T14:53:26.825" v="5442" actId="478"/>
          <ac:picMkLst>
            <pc:docMk/>
            <pc:sldMk cId="3480831675" sldId="2720"/>
            <ac:picMk id="5122" creationId="{379580DC-45F0-D6EF-6EA0-1FB906F02465}"/>
          </ac:picMkLst>
        </pc:picChg>
        <pc:picChg chg="add mod">
          <ac:chgData name="Xin Luo" userId="82312ee5779919a4" providerId="LiveId" clId="{4DB6C473-8E57-A543-81F7-48BE109E8C13}" dt="2023-02-21T14:58:17.635" v="5525" actId="1035"/>
          <ac:picMkLst>
            <pc:docMk/>
            <pc:sldMk cId="3480831675" sldId="2720"/>
            <ac:picMk id="5124" creationId="{D17BE6F3-1008-2FC6-54D2-736C673B73E8}"/>
          </ac:picMkLst>
        </pc:picChg>
        <pc:picChg chg="add mod">
          <ac:chgData name="Xin Luo" userId="82312ee5779919a4" providerId="LiveId" clId="{4DB6C473-8E57-A543-81F7-48BE109E8C13}" dt="2023-02-21T14:58:17.635" v="5525" actId="1035"/>
          <ac:picMkLst>
            <pc:docMk/>
            <pc:sldMk cId="3480831675" sldId="2720"/>
            <ac:picMk id="5126" creationId="{EBB0C876-4E86-C2ED-5EE6-3B2BD26768B9}"/>
          </ac:picMkLst>
        </pc:picChg>
        <pc:picChg chg="add mod">
          <ac:chgData name="Xin Luo" userId="82312ee5779919a4" providerId="LiveId" clId="{4DB6C473-8E57-A543-81F7-48BE109E8C13}" dt="2023-02-21T14:58:48.813" v="5569" actId="404"/>
          <ac:picMkLst>
            <pc:docMk/>
            <pc:sldMk cId="3480831675" sldId="2720"/>
            <ac:picMk id="5128" creationId="{59C29F54-F731-6EBD-ECA9-847BE3563121}"/>
          </ac:picMkLst>
        </pc:picChg>
      </pc:sldChg>
      <pc:sldChg chg="add del">
        <pc:chgData name="Xin Luo" userId="82312ee5779919a4" providerId="LiveId" clId="{4DB6C473-8E57-A543-81F7-48BE109E8C13}" dt="2023-02-21T14:55:30.326" v="5468" actId="2696"/>
        <pc:sldMkLst>
          <pc:docMk/>
          <pc:sldMk cId="120373349" sldId="2721"/>
        </pc:sldMkLst>
      </pc:sldChg>
      <pc:sldChg chg="addSp delSp modSp add mod ord">
        <pc:chgData name="Xin Luo" userId="82312ee5779919a4" providerId="LiveId" clId="{4DB6C473-8E57-A543-81F7-48BE109E8C13}" dt="2023-02-21T15:06:40.684" v="5599" actId="20578"/>
        <pc:sldMkLst>
          <pc:docMk/>
          <pc:sldMk cId="1410676903" sldId="2721"/>
        </pc:sldMkLst>
        <pc:spChg chg="del">
          <ac:chgData name="Xin Luo" userId="82312ee5779919a4" providerId="LiveId" clId="{4DB6C473-8E57-A543-81F7-48BE109E8C13}" dt="2023-02-21T14:59:05.282" v="5571" actId="478"/>
          <ac:spMkLst>
            <pc:docMk/>
            <pc:sldMk cId="1410676903" sldId="2721"/>
            <ac:spMk id="4" creationId="{58EE51E5-8ACA-984C-6E8D-F8AA658223AD}"/>
          </ac:spMkLst>
        </pc:spChg>
        <pc:spChg chg="del">
          <ac:chgData name="Xin Luo" userId="82312ee5779919a4" providerId="LiveId" clId="{4DB6C473-8E57-A543-81F7-48BE109E8C13}" dt="2023-02-21T14:59:05.282" v="5571" actId="478"/>
          <ac:spMkLst>
            <pc:docMk/>
            <pc:sldMk cId="1410676903" sldId="2721"/>
            <ac:spMk id="5" creationId="{7F4897FB-F086-F339-A15F-A899143C7919}"/>
          </ac:spMkLst>
        </pc:spChg>
        <pc:spChg chg="del">
          <ac:chgData name="Xin Luo" userId="82312ee5779919a4" providerId="LiveId" clId="{4DB6C473-8E57-A543-81F7-48BE109E8C13}" dt="2023-02-21T14:59:05.282" v="5571" actId="478"/>
          <ac:spMkLst>
            <pc:docMk/>
            <pc:sldMk cId="1410676903" sldId="2721"/>
            <ac:spMk id="6" creationId="{7ED1482E-3610-E252-0E80-41B202D30E30}"/>
          </ac:spMkLst>
        </pc:spChg>
        <pc:spChg chg="add mod">
          <ac:chgData name="Xin Luo" userId="82312ee5779919a4" providerId="LiveId" clId="{4DB6C473-8E57-A543-81F7-48BE109E8C13}" dt="2023-02-21T15:06:36.607" v="5598" actId="1076"/>
          <ac:spMkLst>
            <pc:docMk/>
            <pc:sldMk cId="1410676903" sldId="2721"/>
            <ac:spMk id="9" creationId="{D5E43916-6543-2664-EE40-07ABFFB01F26}"/>
          </ac:spMkLst>
        </pc:spChg>
        <pc:picChg chg="add mod">
          <ac:chgData name="Xin Luo" userId="82312ee5779919a4" providerId="LiveId" clId="{4DB6C473-8E57-A543-81F7-48BE109E8C13}" dt="2023-02-21T15:06:20.558" v="5575" actId="27614"/>
          <ac:picMkLst>
            <pc:docMk/>
            <pc:sldMk cId="1410676903" sldId="2721"/>
            <ac:picMk id="8" creationId="{BA45F6EA-D51F-F9F8-F33E-5E3217612D76}"/>
          </ac:picMkLst>
        </pc:picChg>
        <pc:picChg chg="del">
          <ac:chgData name="Xin Luo" userId="82312ee5779919a4" providerId="LiveId" clId="{4DB6C473-8E57-A543-81F7-48BE109E8C13}" dt="2023-02-21T14:59:05.282" v="5571" actId="478"/>
          <ac:picMkLst>
            <pc:docMk/>
            <pc:sldMk cId="1410676903" sldId="2721"/>
            <ac:picMk id="5124" creationId="{D17BE6F3-1008-2FC6-54D2-736C673B73E8}"/>
          </ac:picMkLst>
        </pc:picChg>
        <pc:picChg chg="del">
          <ac:chgData name="Xin Luo" userId="82312ee5779919a4" providerId="LiveId" clId="{4DB6C473-8E57-A543-81F7-48BE109E8C13}" dt="2023-02-21T14:59:05.282" v="5571" actId="478"/>
          <ac:picMkLst>
            <pc:docMk/>
            <pc:sldMk cId="1410676903" sldId="2721"/>
            <ac:picMk id="5126" creationId="{EBB0C876-4E86-C2ED-5EE6-3B2BD26768B9}"/>
          </ac:picMkLst>
        </pc:picChg>
        <pc:picChg chg="del">
          <ac:chgData name="Xin Luo" userId="82312ee5779919a4" providerId="LiveId" clId="{4DB6C473-8E57-A543-81F7-48BE109E8C13}" dt="2023-02-21T14:59:05.282" v="5571" actId="478"/>
          <ac:picMkLst>
            <pc:docMk/>
            <pc:sldMk cId="1410676903" sldId="2721"/>
            <ac:picMk id="5128" creationId="{59C29F54-F731-6EBD-ECA9-847BE3563121}"/>
          </ac:picMkLst>
        </pc:picChg>
      </pc:sldChg>
      <pc:sldMasterChg chg="del delSldLayout">
        <pc:chgData name="Xin Luo" userId="82312ee5779919a4" providerId="LiveId" clId="{4DB6C473-8E57-A543-81F7-48BE109E8C13}" dt="2023-02-21T08:54:15.791" v="3593" actId="2696"/>
        <pc:sldMasterMkLst>
          <pc:docMk/>
          <pc:sldMasterMk cId="1248561168" sldId="2147484998"/>
        </pc:sldMasterMkLst>
        <pc:sldLayoutChg chg="del">
          <pc:chgData name="Xin Luo" userId="82312ee5779919a4" providerId="LiveId" clId="{4DB6C473-8E57-A543-81F7-48BE109E8C13}" dt="2023-02-21T08:54:15.772" v="3576" actId="2696"/>
          <pc:sldLayoutMkLst>
            <pc:docMk/>
            <pc:sldMasterMk cId="1248561168" sldId="2147484998"/>
            <pc:sldLayoutMk cId="2755518727" sldId="2147484999"/>
          </pc:sldLayoutMkLst>
        </pc:sldLayoutChg>
        <pc:sldLayoutChg chg="del">
          <pc:chgData name="Xin Luo" userId="82312ee5779919a4" providerId="LiveId" clId="{4DB6C473-8E57-A543-81F7-48BE109E8C13}" dt="2023-02-21T08:54:15.773" v="3577" actId="2696"/>
          <pc:sldLayoutMkLst>
            <pc:docMk/>
            <pc:sldMasterMk cId="1248561168" sldId="2147484998"/>
            <pc:sldLayoutMk cId="784447712" sldId="2147485000"/>
          </pc:sldLayoutMkLst>
        </pc:sldLayoutChg>
        <pc:sldLayoutChg chg="del">
          <pc:chgData name="Xin Luo" userId="82312ee5779919a4" providerId="LiveId" clId="{4DB6C473-8E57-A543-81F7-48BE109E8C13}" dt="2023-02-21T08:54:15.774" v="3578" actId="2696"/>
          <pc:sldLayoutMkLst>
            <pc:docMk/>
            <pc:sldMasterMk cId="1248561168" sldId="2147484998"/>
            <pc:sldLayoutMk cId="36404751" sldId="2147485001"/>
          </pc:sldLayoutMkLst>
        </pc:sldLayoutChg>
        <pc:sldLayoutChg chg="del">
          <pc:chgData name="Xin Luo" userId="82312ee5779919a4" providerId="LiveId" clId="{4DB6C473-8E57-A543-81F7-48BE109E8C13}" dt="2023-02-21T08:54:15.775" v="3579" actId="2696"/>
          <pc:sldLayoutMkLst>
            <pc:docMk/>
            <pc:sldMasterMk cId="1248561168" sldId="2147484998"/>
            <pc:sldLayoutMk cId="2142531553" sldId="2147485002"/>
          </pc:sldLayoutMkLst>
        </pc:sldLayoutChg>
        <pc:sldLayoutChg chg="del">
          <pc:chgData name="Xin Luo" userId="82312ee5779919a4" providerId="LiveId" clId="{4DB6C473-8E57-A543-81F7-48BE109E8C13}" dt="2023-02-21T08:54:15.776" v="3580" actId="2696"/>
          <pc:sldLayoutMkLst>
            <pc:docMk/>
            <pc:sldMasterMk cId="1248561168" sldId="2147484998"/>
            <pc:sldLayoutMk cId="646270699" sldId="2147485003"/>
          </pc:sldLayoutMkLst>
        </pc:sldLayoutChg>
        <pc:sldLayoutChg chg="del">
          <pc:chgData name="Xin Luo" userId="82312ee5779919a4" providerId="LiveId" clId="{4DB6C473-8E57-A543-81F7-48BE109E8C13}" dt="2023-02-21T08:54:15.777" v="3581" actId="2696"/>
          <pc:sldLayoutMkLst>
            <pc:docMk/>
            <pc:sldMasterMk cId="1248561168" sldId="2147484998"/>
            <pc:sldLayoutMk cId="1316154404" sldId="2147485004"/>
          </pc:sldLayoutMkLst>
        </pc:sldLayoutChg>
        <pc:sldLayoutChg chg="del">
          <pc:chgData name="Xin Luo" userId="82312ee5779919a4" providerId="LiveId" clId="{4DB6C473-8E57-A543-81F7-48BE109E8C13}" dt="2023-02-21T08:54:15.778" v="3582" actId="2696"/>
          <pc:sldLayoutMkLst>
            <pc:docMk/>
            <pc:sldMasterMk cId="1248561168" sldId="2147484998"/>
            <pc:sldLayoutMk cId="275448905" sldId="2147485005"/>
          </pc:sldLayoutMkLst>
        </pc:sldLayoutChg>
        <pc:sldLayoutChg chg="del">
          <pc:chgData name="Xin Luo" userId="82312ee5779919a4" providerId="LiveId" clId="{4DB6C473-8E57-A543-81F7-48BE109E8C13}" dt="2023-02-21T08:54:15.779" v="3583" actId="2696"/>
          <pc:sldLayoutMkLst>
            <pc:docMk/>
            <pc:sldMasterMk cId="1248561168" sldId="2147484998"/>
            <pc:sldLayoutMk cId="3173493555" sldId="2147485006"/>
          </pc:sldLayoutMkLst>
        </pc:sldLayoutChg>
        <pc:sldLayoutChg chg="del">
          <pc:chgData name="Xin Luo" userId="82312ee5779919a4" providerId="LiveId" clId="{4DB6C473-8E57-A543-81F7-48BE109E8C13}" dt="2023-02-21T08:54:15.780" v="3584" actId="2696"/>
          <pc:sldLayoutMkLst>
            <pc:docMk/>
            <pc:sldMasterMk cId="1248561168" sldId="2147484998"/>
            <pc:sldLayoutMk cId="2494408642" sldId="2147485007"/>
          </pc:sldLayoutMkLst>
        </pc:sldLayoutChg>
        <pc:sldLayoutChg chg="del">
          <pc:chgData name="Xin Luo" userId="82312ee5779919a4" providerId="LiveId" clId="{4DB6C473-8E57-A543-81F7-48BE109E8C13}" dt="2023-02-21T08:54:15.781" v="3585" actId="2696"/>
          <pc:sldLayoutMkLst>
            <pc:docMk/>
            <pc:sldMasterMk cId="1248561168" sldId="2147484998"/>
            <pc:sldLayoutMk cId="2144339703" sldId="2147485008"/>
          </pc:sldLayoutMkLst>
        </pc:sldLayoutChg>
        <pc:sldLayoutChg chg="del">
          <pc:chgData name="Xin Luo" userId="82312ee5779919a4" providerId="LiveId" clId="{4DB6C473-8E57-A543-81F7-48BE109E8C13}" dt="2023-02-21T08:54:15.781" v="3586" actId="2696"/>
          <pc:sldLayoutMkLst>
            <pc:docMk/>
            <pc:sldMasterMk cId="1248561168" sldId="2147484998"/>
            <pc:sldLayoutMk cId="3933479768" sldId="2147485009"/>
          </pc:sldLayoutMkLst>
        </pc:sldLayoutChg>
        <pc:sldLayoutChg chg="del">
          <pc:chgData name="Xin Luo" userId="82312ee5779919a4" providerId="LiveId" clId="{4DB6C473-8E57-A543-81F7-48BE109E8C13}" dt="2023-02-21T08:54:15.782" v="3587" actId="2696"/>
          <pc:sldLayoutMkLst>
            <pc:docMk/>
            <pc:sldMasterMk cId="1248561168" sldId="2147484998"/>
            <pc:sldLayoutMk cId="2569911404" sldId="2147485010"/>
          </pc:sldLayoutMkLst>
        </pc:sldLayoutChg>
        <pc:sldLayoutChg chg="del">
          <pc:chgData name="Xin Luo" userId="82312ee5779919a4" providerId="LiveId" clId="{4DB6C473-8E57-A543-81F7-48BE109E8C13}" dt="2023-02-21T08:54:15.783" v="3588" actId="2696"/>
          <pc:sldLayoutMkLst>
            <pc:docMk/>
            <pc:sldMasterMk cId="1248561168" sldId="2147484998"/>
            <pc:sldLayoutMk cId="487309151" sldId="2147485011"/>
          </pc:sldLayoutMkLst>
        </pc:sldLayoutChg>
        <pc:sldLayoutChg chg="del">
          <pc:chgData name="Xin Luo" userId="82312ee5779919a4" providerId="LiveId" clId="{4DB6C473-8E57-A543-81F7-48BE109E8C13}" dt="2023-02-21T08:54:15.784" v="3589" actId="2696"/>
          <pc:sldLayoutMkLst>
            <pc:docMk/>
            <pc:sldMasterMk cId="1248561168" sldId="2147484998"/>
            <pc:sldLayoutMk cId="940838525" sldId="2147485012"/>
          </pc:sldLayoutMkLst>
        </pc:sldLayoutChg>
        <pc:sldLayoutChg chg="del">
          <pc:chgData name="Xin Luo" userId="82312ee5779919a4" providerId="LiveId" clId="{4DB6C473-8E57-A543-81F7-48BE109E8C13}" dt="2023-02-21T08:54:15.785" v="3590" actId="2696"/>
          <pc:sldLayoutMkLst>
            <pc:docMk/>
            <pc:sldMasterMk cId="1248561168" sldId="2147484998"/>
            <pc:sldLayoutMk cId="858249230" sldId="2147485013"/>
          </pc:sldLayoutMkLst>
        </pc:sldLayoutChg>
        <pc:sldLayoutChg chg="del">
          <pc:chgData name="Xin Luo" userId="82312ee5779919a4" providerId="LiveId" clId="{4DB6C473-8E57-A543-81F7-48BE109E8C13}" dt="2023-02-21T08:54:15.786" v="3591" actId="2696"/>
          <pc:sldLayoutMkLst>
            <pc:docMk/>
            <pc:sldMasterMk cId="1248561168" sldId="2147484998"/>
            <pc:sldLayoutMk cId="1094809115" sldId="2147485014"/>
          </pc:sldLayoutMkLst>
        </pc:sldLayoutChg>
        <pc:sldLayoutChg chg="del">
          <pc:chgData name="Xin Luo" userId="82312ee5779919a4" providerId="LiveId" clId="{4DB6C473-8E57-A543-81F7-48BE109E8C13}" dt="2023-02-21T08:54:15.787" v="3592" actId="2696"/>
          <pc:sldLayoutMkLst>
            <pc:docMk/>
            <pc:sldMasterMk cId="1248561168" sldId="2147484998"/>
            <pc:sldLayoutMk cId="2452001345" sldId="2147485015"/>
          </pc:sldLayoutMkLst>
        </pc:sldLayoutChg>
      </pc:sldMasterChg>
    </pc:docChg>
  </pc:docChgLst>
  <pc:docChgLst>
    <pc:chgData name="Xin Luo" userId="82312ee5779919a4" providerId="LiveId" clId="{BB46F696-05A3-E847-981C-1ABF183D4160}"/>
    <pc:docChg chg="undo custSel modSld">
      <pc:chgData name="Xin Luo" userId="82312ee5779919a4" providerId="LiveId" clId="{BB46F696-05A3-E847-981C-1ABF183D4160}" dt="2023-08-23T11:07:23.598" v="620" actId="20577"/>
      <pc:docMkLst>
        <pc:docMk/>
      </pc:docMkLst>
      <pc:sldChg chg="modSp mod">
        <pc:chgData name="Xin Luo" userId="82312ee5779919a4" providerId="LiveId" clId="{BB46F696-05A3-E847-981C-1ABF183D4160}" dt="2023-08-23T11:07:23.598" v="620" actId="20577"/>
        <pc:sldMkLst>
          <pc:docMk/>
          <pc:sldMk cId="1209572041" sldId="2722"/>
        </pc:sldMkLst>
        <pc:spChg chg="mod">
          <ac:chgData name="Xin Luo" userId="82312ee5779919a4" providerId="LiveId" clId="{BB46F696-05A3-E847-981C-1ABF183D4160}" dt="2023-08-23T11:07:23.598" v="620" actId="20577"/>
          <ac:spMkLst>
            <pc:docMk/>
            <pc:sldMk cId="1209572041" sldId="2722"/>
            <ac:spMk id="13" creationId="{303BC878-BC57-D350-27A3-F03AE48213AC}"/>
          </ac:spMkLst>
        </pc:spChg>
      </pc:sldChg>
      <pc:sldChg chg="modSp mod">
        <pc:chgData name="Xin Luo" userId="82312ee5779919a4" providerId="LiveId" clId="{BB46F696-05A3-E847-981C-1ABF183D4160}" dt="2023-08-23T08:02:20.722" v="557" actId="1035"/>
        <pc:sldMkLst>
          <pc:docMk/>
          <pc:sldMk cId="2245643700" sldId="2751"/>
        </pc:sldMkLst>
        <pc:spChg chg="mod">
          <ac:chgData name="Xin Luo" userId="82312ee5779919a4" providerId="LiveId" clId="{BB46F696-05A3-E847-981C-1ABF183D4160}" dt="2023-08-23T08:02:20.722" v="557" actId="1035"/>
          <ac:spMkLst>
            <pc:docMk/>
            <pc:sldMk cId="2245643700" sldId="2751"/>
            <ac:spMk id="2" creationId="{631AADB6-C88A-D817-4683-FC087E4E240F}"/>
          </ac:spMkLst>
        </pc:spChg>
        <pc:spChg chg="mod">
          <ac:chgData name="Xin Luo" userId="82312ee5779919a4" providerId="LiveId" clId="{BB46F696-05A3-E847-981C-1ABF183D4160}" dt="2023-08-23T08:02:16.744" v="554" actId="1035"/>
          <ac:spMkLst>
            <pc:docMk/>
            <pc:sldMk cId="2245643700" sldId="2751"/>
            <ac:spMk id="4" creationId="{5890849C-B6D7-E82C-6F19-E8BC73B44DEE}"/>
          </ac:spMkLst>
        </pc:spChg>
        <pc:spChg chg="mod">
          <ac:chgData name="Xin Luo" userId="82312ee5779919a4" providerId="LiveId" clId="{BB46F696-05A3-E847-981C-1ABF183D4160}" dt="2023-08-23T08:00:04.541" v="472" actId="14100"/>
          <ac:spMkLst>
            <pc:docMk/>
            <pc:sldMk cId="2245643700" sldId="2751"/>
            <ac:spMk id="7" creationId="{6A0464DA-16D3-0757-416F-B5FC79C9913C}"/>
          </ac:spMkLst>
        </pc:spChg>
      </pc:sldChg>
      <pc:sldChg chg="modSp mod">
        <pc:chgData name="Xin Luo" userId="82312ee5779919a4" providerId="LiveId" clId="{BB46F696-05A3-E847-981C-1ABF183D4160}" dt="2023-08-23T10:59:38.382" v="576" actId="20577"/>
        <pc:sldMkLst>
          <pc:docMk/>
          <pc:sldMk cId="4211155851" sldId="2758"/>
        </pc:sldMkLst>
        <pc:spChg chg="mod">
          <ac:chgData name="Xin Luo" userId="82312ee5779919a4" providerId="LiveId" clId="{BB46F696-05A3-E847-981C-1ABF183D4160}" dt="2023-08-23T10:59:38.382" v="576" actId="20577"/>
          <ac:spMkLst>
            <pc:docMk/>
            <pc:sldMk cId="4211155851" sldId="2758"/>
            <ac:spMk id="14" creationId="{E7B0D113-1929-C3DF-78B3-7E0AA39E5565}"/>
          </ac:spMkLst>
        </pc:spChg>
      </pc:sldChg>
      <pc:sldChg chg="modSp mod">
        <pc:chgData name="Xin Luo" userId="82312ee5779919a4" providerId="LiveId" clId="{BB46F696-05A3-E847-981C-1ABF183D4160}" dt="2023-08-23T11:02:38.254" v="596" actId="20577"/>
        <pc:sldMkLst>
          <pc:docMk/>
          <pc:sldMk cId="2047512068" sldId="2764"/>
        </pc:sldMkLst>
        <pc:spChg chg="mod">
          <ac:chgData name="Xin Luo" userId="82312ee5779919a4" providerId="LiveId" clId="{BB46F696-05A3-E847-981C-1ABF183D4160}" dt="2023-08-23T11:02:38.254" v="596" actId="20577"/>
          <ac:spMkLst>
            <pc:docMk/>
            <pc:sldMk cId="2047512068" sldId="2764"/>
            <ac:spMk id="6" creationId="{DB970E5D-5367-222C-EBF7-0F886FDEDDC5}"/>
          </ac:spMkLst>
        </pc:spChg>
      </pc:sldChg>
      <pc:sldChg chg="modSp mod">
        <pc:chgData name="Xin Luo" userId="82312ee5779919a4" providerId="LiveId" clId="{BB46F696-05A3-E847-981C-1ABF183D4160}" dt="2023-08-23T11:02:01.877" v="593" actId="20577"/>
        <pc:sldMkLst>
          <pc:docMk/>
          <pc:sldMk cId="3657954518" sldId="2769"/>
        </pc:sldMkLst>
        <pc:spChg chg="mod">
          <ac:chgData name="Xin Luo" userId="82312ee5779919a4" providerId="LiveId" clId="{BB46F696-05A3-E847-981C-1ABF183D4160}" dt="2023-08-23T11:02:01.877" v="593" actId="20577"/>
          <ac:spMkLst>
            <pc:docMk/>
            <pc:sldMk cId="3657954518" sldId="2769"/>
            <ac:spMk id="6" creationId="{DA984439-1B23-1931-1979-ECF8DE9D6DC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304687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4ECC5-9A24-9828-38DA-DF001B1C4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4FFA9C-FBE1-82DE-DED5-ED4DB83711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7D6B5C7-39C0-82F4-8625-EEE6F6247E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验证集：标准化样本库中取一部分；测试集：真实场景中采样数据。</a:t>
            </a:r>
            <a:endParaRPr lang="en-US" altLang="zh-CN" dirty="0"/>
          </a:p>
          <a:p>
            <a:r>
              <a:rPr lang="zh-CN" altLang="en-US" dirty="0"/>
              <a:t>方法研究过程中两者很多时候可以等同。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9486838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E7E91-B436-8E61-ABCA-7B79AEA2F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A45B86E-5A44-A708-3838-E78C099D4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5D60BE2-7BCE-1B16-11B9-9054684CE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12957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19F6E-ADBC-713D-B799-8BE0FE236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DF9EA41-D9DB-2848-F0DA-4856C63C42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2303FE5-C34A-F3FF-F3E0-F5ABD4DAFB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72298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12CCB-ECE2-7A1A-D481-70B2BAA2C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8430F97-34F6-4584-E9BB-F8EBB88039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9498DB2-7806-169D-5C09-F8689D95D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473434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AA414-0F12-9A56-FB87-9126279C9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E22D7B0-779F-64A7-3564-82121428CE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96C3459-D17D-7DC3-03EF-347569C21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45034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93004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997C5-1863-2A59-9367-8D78D1501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D4C9131-C28B-6C3B-2AB9-D8731F64F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B1175F2-3660-4575-10DF-012AAC6A58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183696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813A3-3CFC-7919-DA97-3C886C56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408DB38-19A6-53B0-D9D8-55A0CDA92F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DA63B5-DEB2-6121-EFC9-8F68E3817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生产者精度也叫制图精度。</a:t>
            </a:r>
            <a:endParaRPr lang="en-US" altLang="zh-CN" dirty="0"/>
          </a:p>
          <a:p>
            <a:r>
              <a:rPr lang="zh-CN" altLang="en-US" dirty="0"/>
              <a:t>表示漏分</a:t>
            </a:r>
            <a:r>
              <a:rPr lang="en-US" altLang="zh-CN" dirty="0"/>
              <a:t>/</a:t>
            </a:r>
            <a:r>
              <a:rPr lang="zh-CN" altLang="en-US" dirty="0"/>
              <a:t>误分，应用哪个指标？用户精度和生产者精度对应机器学习中精确度和召回率两个指标。</a:t>
            </a:r>
          </a:p>
        </p:txBody>
      </p:sp>
    </p:spTree>
    <p:extLst>
      <p:ext uri="{BB962C8B-B14F-4D97-AF65-F5344CB8AC3E}">
        <p14:creationId xmlns:p14="http://schemas.microsoft.com/office/powerpoint/2010/main" val="13997015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FBDFE-E3BF-283B-DA6A-267D6CD28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EC4376D-177C-7562-D572-4258B1DA5A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7CC69B4-2B4D-3591-ED4E-5251BE607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883483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0FDCC-4F03-1C89-00C0-5C3958C01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5DD0648-7FEA-0487-4527-336ADEC10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6D26FA3-D4DE-DD73-89FE-0305B401E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406773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97727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机器学习</a:t>
            </a:r>
            <a:r>
              <a:rPr lang="zh-CN" altLang="en-US" sz="5400" b="1">
                <a:solidFill>
                  <a:srgbClr val="FF0000"/>
                </a:solidFill>
                <a:latin typeface="微软雅黑"/>
                <a:ea typeface="微软雅黑"/>
              </a:rPr>
              <a:t>与遥感信息提取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32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2000" dirty="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20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787773" y="261082"/>
            <a:ext cx="3627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开源GIS 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en-US" sz="1800" b="1" dirty="0">
                <a:solidFill>
                  <a:schemeClr val="bg2"/>
                </a:solidFill>
                <a:latin typeface="+mn-ea"/>
                <a:ea typeface="+mn-ea"/>
              </a:rPr>
              <a:t>7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4B9B8D5-4BCC-CDFF-1E13-B005060A8BDF}"/>
              </a:ext>
            </a:extLst>
          </p:cNvPr>
          <p:cNvGrpSpPr/>
          <p:nvPr/>
        </p:nvGrpSpPr>
        <p:grpSpPr>
          <a:xfrm>
            <a:off x="1927483" y="4633974"/>
            <a:ext cx="6935255" cy="772176"/>
            <a:chOff x="2121802" y="2115450"/>
            <a:chExt cx="5445655" cy="576000"/>
          </a:xfrm>
        </p:grpSpPr>
        <p:sp>
          <p:nvSpPr>
            <p:cNvPr id="10" name="椭圆 9"/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三</a:t>
              </a:r>
            </a:p>
          </p:txBody>
        </p:sp>
        <p:sp>
          <p:nvSpPr>
            <p:cNvPr id="12" name="矩形 11"/>
            <p:cNvSpPr/>
            <p:nvPr/>
          </p:nvSpPr>
          <p:spPr>
            <a:xfrm>
              <a:off x="2712656" y="2169375"/>
              <a:ext cx="4854801" cy="48212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遥感影像分类精度评估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927483" y="3377848"/>
            <a:ext cx="6415227" cy="717997"/>
            <a:chOff x="2121801" y="3511390"/>
            <a:chExt cx="5729177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88175" y="3544720"/>
              <a:ext cx="5062803" cy="51850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模型训练与遥感影像分类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 dirty="0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 dirty="0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1927484" y="2091581"/>
            <a:ext cx="6668744" cy="772176"/>
            <a:chOff x="2121802" y="2115450"/>
            <a:chExt cx="5236387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712656" y="2150557"/>
              <a:ext cx="4645533" cy="48212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机器学习样本制作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16932" y="3660548"/>
            <a:ext cx="12175067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7732" y="4057577"/>
            <a:ext cx="91440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一、机器学习样本制作</a:t>
            </a:r>
          </a:p>
        </p:txBody>
      </p:sp>
      <p:sp>
        <p:nvSpPr>
          <p:cNvPr id="8" name="矩形 7"/>
          <p:cNvSpPr/>
          <p:nvPr/>
        </p:nvSpPr>
        <p:spPr>
          <a:xfrm>
            <a:off x="-1" y="5203597"/>
            <a:ext cx="12175067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一、机器学习样本制作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372066" y="846749"/>
            <a:ext cx="9978269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、基本概念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502774-B04C-634F-1396-E5815996BC36}"/>
              </a:ext>
            </a:extLst>
          </p:cNvPr>
          <p:cNvSpPr txBox="1"/>
          <p:nvPr/>
        </p:nvSpPr>
        <p:spPr>
          <a:xfrm>
            <a:off x="504497" y="1520580"/>
            <a:ext cx="11259331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212529"/>
                </a:solidFill>
                <a:latin typeface="+mn-ea"/>
                <a:ea typeface="+mn-ea"/>
              </a:rPr>
              <a:t>机器学习中，样本是指用于训练、验证和测试模型的数据实例。样本通常由特征和标签组成。</a:t>
            </a:r>
            <a:endParaRPr lang="en-US" altLang="zh-CN" sz="2800" dirty="0">
              <a:solidFill>
                <a:srgbClr val="212529"/>
              </a:solidFill>
              <a:latin typeface="+mn-ea"/>
              <a:ea typeface="+mn-ea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8A1F3C1D-F0B1-F7B5-2D9F-EAC61C21D1B7}"/>
              </a:ext>
            </a:extLst>
          </p:cNvPr>
          <p:cNvGrpSpPr/>
          <p:nvPr/>
        </p:nvGrpSpPr>
        <p:grpSpPr>
          <a:xfrm>
            <a:off x="2553170" y="2906338"/>
            <a:ext cx="2890503" cy="1222973"/>
            <a:chOff x="737851" y="2770175"/>
            <a:chExt cx="2523560" cy="1091646"/>
          </a:xfrm>
        </p:grpSpPr>
        <p:pic>
          <p:nvPicPr>
            <p:cNvPr id="4" name="Picture 47" descr="A cat lying down&#10;&#10;Description automatically generated with medium confidence">
              <a:extLst>
                <a:ext uri="{FF2B5EF4-FFF2-40B4-BE49-F238E27FC236}">
                  <a16:creationId xmlns:a16="http://schemas.microsoft.com/office/drawing/2014/main" id="{0901A487-A2F0-6329-5D37-790AC4CC42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7851" y="2770175"/>
              <a:ext cx="1707795" cy="1091646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DD993DF5-0F45-07B8-6806-AE637B0A80B2}"/>
                </a:ext>
              </a:extLst>
            </p:cNvPr>
            <p:cNvSpPr txBox="1"/>
            <p:nvPr/>
          </p:nvSpPr>
          <p:spPr>
            <a:xfrm>
              <a:off x="2697130" y="3082365"/>
              <a:ext cx="564281" cy="5769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3600" dirty="0">
                  <a:solidFill>
                    <a:srgbClr val="FF0000"/>
                  </a:solidFill>
                  <a:latin typeface="+mj-ea"/>
                  <a:ea typeface="+mj-ea"/>
                </a:rPr>
                <a:t>猫</a:t>
              </a:r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05FCF2AE-D5A4-4484-4AE1-B77EA523732C}"/>
              </a:ext>
            </a:extLst>
          </p:cNvPr>
          <p:cNvGrpSpPr/>
          <p:nvPr/>
        </p:nvGrpSpPr>
        <p:grpSpPr>
          <a:xfrm>
            <a:off x="2553170" y="4356716"/>
            <a:ext cx="2890503" cy="2232864"/>
            <a:chOff x="737851" y="4220551"/>
            <a:chExt cx="2523560" cy="1993091"/>
          </a:xfrm>
        </p:grpSpPr>
        <p:pic>
          <p:nvPicPr>
            <p:cNvPr id="6" name="Picture 21" descr="A picture containing floor, dog, ground, sitting&#10;&#10;Description automatically generated">
              <a:extLst>
                <a:ext uri="{FF2B5EF4-FFF2-40B4-BE49-F238E27FC236}">
                  <a16:creationId xmlns:a16="http://schemas.microsoft.com/office/drawing/2014/main" id="{7394B10E-8C86-8B1A-F71A-ADEAA175E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7851" y="4220551"/>
              <a:ext cx="1707794" cy="1993091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66B61CDC-B7D4-C3AD-BE87-470C534CCA41}"/>
                </a:ext>
              </a:extLst>
            </p:cNvPr>
            <p:cNvSpPr txBox="1"/>
            <p:nvPr/>
          </p:nvSpPr>
          <p:spPr>
            <a:xfrm>
              <a:off x="2697130" y="4986263"/>
              <a:ext cx="564281" cy="5769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3600" dirty="0">
                  <a:solidFill>
                    <a:srgbClr val="FF0000"/>
                  </a:solidFill>
                  <a:latin typeface="+mj-ea"/>
                  <a:ea typeface="+mj-ea"/>
                </a:rPr>
                <a:t>狗</a:t>
              </a:r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4AD7BB4A-5D74-5127-ECC4-4CA91ABDD63A}"/>
              </a:ext>
            </a:extLst>
          </p:cNvPr>
          <p:cNvGrpSpPr/>
          <p:nvPr/>
        </p:nvGrpSpPr>
        <p:grpSpPr>
          <a:xfrm>
            <a:off x="5984725" y="3186746"/>
            <a:ext cx="3162253" cy="3149113"/>
            <a:chOff x="4816457" y="2946885"/>
            <a:chExt cx="2553703" cy="2662559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19527DA1-8D2E-14ED-1EED-B6F54C46F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816457" y="2946885"/>
              <a:ext cx="2553703" cy="2662559"/>
            </a:xfrm>
            <a:prstGeom prst="rect">
              <a:avLst/>
            </a:prstGeom>
          </p:spPr>
        </p:pic>
        <p:sp>
          <p:nvSpPr>
            <p:cNvPr id="14" name="等腰三角形 13">
              <a:extLst>
                <a:ext uri="{FF2B5EF4-FFF2-40B4-BE49-F238E27FC236}">
                  <a16:creationId xmlns:a16="http://schemas.microsoft.com/office/drawing/2014/main" id="{1113F569-F131-3A46-AAA1-CEDB097FA2B1}"/>
                </a:ext>
              </a:extLst>
            </p:cNvPr>
            <p:cNvSpPr/>
            <p:nvPr/>
          </p:nvSpPr>
          <p:spPr>
            <a:xfrm>
              <a:off x="5978910" y="4033939"/>
              <a:ext cx="155388" cy="131483"/>
            </a:xfrm>
            <a:prstGeom prst="triangle">
              <a:avLst/>
            </a:prstGeom>
            <a:solidFill>
              <a:schemeClr val="accent1"/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chemeClr val="accent5"/>
                </a:solidFill>
                <a:highlight>
                  <a:srgbClr val="0000FF"/>
                </a:highlight>
                <a:latin typeface="+mj-ea"/>
                <a:ea typeface="+mj-ea"/>
              </a:endParaRPr>
            </a:p>
          </p:txBody>
        </p:sp>
        <p:sp>
          <p:nvSpPr>
            <p:cNvPr id="15" name="等腰三角形 14">
              <a:extLst>
                <a:ext uri="{FF2B5EF4-FFF2-40B4-BE49-F238E27FC236}">
                  <a16:creationId xmlns:a16="http://schemas.microsoft.com/office/drawing/2014/main" id="{97979105-66A8-67C4-B8EC-FA7C07AD5124}"/>
                </a:ext>
              </a:extLst>
            </p:cNvPr>
            <p:cNvSpPr/>
            <p:nvPr/>
          </p:nvSpPr>
          <p:spPr>
            <a:xfrm>
              <a:off x="5178489" y="4935211"/>
              <a:ext cx="155388" cy="131483"/>
            </a:xfrm>
            <a:prstGeom prst="triangle">
              <a:avLst/>
            </a:prstGeom>
            <a:solidFill>
              <a:srgbClr val="FF00DF"/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+mj-ea"/>
                <a:ea typeface="+mj-ea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FD7850E1-753F-A673-7541-82A4A711521E}"/>
                </a:ext>
              </a:extLst>
            </p:cNvPr>
            <p:cNvSpPr txBox="1"/>
            <p:nvPr/>
          </p:nvSpPr>
          <p:spPr>
            <a:xfrm>
              <a:off x="6133009" y="3638015"/>
              <a:ext cx="8002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solidFill>
                    <a:schemeClr val="accent5"/>
                  </a:solidFill>
                  <a:latin typeface="+mj-ea"/>
                  <a:ea typeface="+mj-ea"/>
                </a:rPr>
                <a:t>水体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F8034E00-574A-BF37-0716-272DD14B12C0}"/>
                </a:ext>
              </a:extLst>
            </p:cNvPr>
            <p:cNvSpPr txBox="1"/>
            <p:nvPr/>
          </p:nvSpPr>
          <p:spPr>
            <a:xfrm>
              <a:off x="5502606" y="4919831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solidFill>
                    <a:srgbClr val="FF00DF"/>
                  </a:solidFill>
                  <a:latin typeface="+mj-ea"/>
                  <a:ea typeface="+mj-ea"/>
                </a:rPr>
                <a:t>建筑物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7508697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92E91-204C-29B8-428A-53F984DA9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63F218C-3F3F-BE69-1FF5-ADA07FBEA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一、机器学习样本制作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1B7728-70FA-F370-8922-67D2C18D2FC1}"/>
              </a:ext>
            </a:extLst>
          </p:cNvPr>
          <p:cNvSpPr txBox="1"/>
          <p:nvPr/>
        </p:nvSpPr>
        <p:spPr>
          <a:xfrm>
            <a:off x="266871" y="827699"/>
            <a:ext cx="3143085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、样本类型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B7056B-FFBC-20AA-A6F3-FCC8F04048B6}"/>
              </a:ext>
            </a:extLst>
          </p:cNvPr>
          <p:cNvSpPr txBox="1"/>
          <p:nvPr/>
        </p:nvSpPr>
        <p:spPr>
          <a:xfrm>
            <a:off x="266871" y="1537311"/>
            <a:ext cx="5597759" cy="27174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500" b="1" dirty="0">
                <a:solidFill>
                  <a:srgbClr val="212529"/>
                </a:solidFill>
                <a:latin typeface="+mn-ea"/>
                <a:ea typeface="+mn-ea"/>
              </a:rPr>
              <a:t>训练集：</a:t>
            </a:r>
            <a:r>
              <a:rPr lang="zh-CN" altLang="en-US" sz="2500" dirty="0">
                <a:solidFill>
                  <a:srgbClr val="212529"/>
                </a:solidFill>
                <a:latin typeface="+mn-ea"/>
                <a:ea typeface="+mn-ea"/>
              </a:rPr>
              <a:t>用于训练模型的样本。</a:t>
            </a:r>
            <a:endParaRPr lang="en-US" altLang="zh-CN" sz="2500" dirty="0">
              <a:solidFill>
                <a:srgbClr val="212529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500" b="1" dirty="0">
                <a:solidFill>
                  <a:srgbClr val="212529"/>
                </a:solidFill>
                <a:latin typeface="+mn-ea"/>
                <a:ea typeface="+mn-ea"/>
              </a:rPr>
              <a:t>验证集：</a:t>
            </a:r>
            <a:r>
              <a:rPr lang="zh-CN" altLang="en-US" sz="2500" dirty="0">
                <a:solidFill>
                  <a:srgbClr val="212529"/>
                </a:solidFill>
                <a:latin typeface="+mn-ea"/>
                <a:ea typeface="+mn-ea"/>
              </a:rPr>
              <a:t>用于评估模型性能的样本。</a:t>
            </a:r>
            <a:endParaRPr lang="en-US" altLang="zh-CN" sz="2500" dirty="0">
              <a:solidFill>
                <a:srgbClr val="212529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500" b="1" dirty="0">
                <a:solidFill>
                  <a:srgbClr val="212529"/>
                </a:solidFill>
                <a:latin typeface="+mn-ea"/>
                <a:ea typeface="+mn-ea"/>
              </a:rPr>
              <a:t>测试集：</a:t>
            </a:r>
            <a:r>
              <a:rPr lang="zh-CN" altLang="en-US" sz="2500" dirty="0">
                <a:solidFill>
                  <a:srgbClr val="212529"/>
                </a:solidFill>
                <a:latin typeface="+mn-ea"/>
                <a:ea typeface="+mn-ea"/>
              </a:rPr>
              <a:t>用于评估模型在真实场景中性能的样本。</a:t>
            </a:r>
            <a:endParaRPr lang="en-US" altLang="zh-CN" sz="2500" dirty="0">
              <a:solidFill>
                <a:srgbClr val="212529"/>
              </a:solidFill>
              <a:latin typeface="+mn-ea"/>
              <a:ea typeface="+mn-ea"/>
            </a:endParaRPr>
          </a:p>
        </p:txBody>
      </p:sp>
      <p:sp>
        <p:nvSpPr>
          <p:cNvPr id="7" name="TextBox 1">
            <a:extLst>
              <a:ext uri="{FF2B5EF4-FFF2-40B4-BE49-F238E27FC236}">
                <a16:creationId xmlns:a16="http://schemas.microsoft.com/office/drawing/2014/main" id="{45983038-B350-12FA-ACC5-6DFA5DA4D719}"/>
              </a:ext>
            </a:extLst>
          </p:cNvPr>
          <p:cNvSpPr txBox="1"/>
          <p:nvPr/>
        </p:nvSpPr>
        <p:spPr>
          <a:xfrm>
            <a:off x="6179045" y="849250"/>
            <a:ext cx="5254108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3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、遥感分类样本获取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3" name="TextBox 4">
            <a:extLst>
              <a:ext uri="{FF2B5EF4-FFF2-40B4-BE49-F238E27FC236}">
                <a16:creationId xmlns:a16="http://schemas.microsoft.com/office/drawing/2014/main" id="{1FF950AE-8F48-F7AD-9484-DA6AAFDE0548}"/>
              </a:ext>
            </a:extLst>
          </p:cNvPr>
          <p:cNvSpPr txBox="1"/>
          <p:nvPr/>
        </p:nvSpPr>
        <p:spPr>
          <a:xfrm>
            <a:off x="6113943" y="1682353"/>
            <a:ext cx="5912174" cy="1370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500" b="1" dirty="0">
                <a:solidFill>
                  <a:srgbClr val="212529"/>
                </a:solidFill>
                <a:latin typeface="+mn-ea"/>
                <a:ea typeface="+mn-ea"/>
              </a:rPr>
              <a:t>采集</a:t>
            </a:r>
            <a:r>
              <a:rPr lang="zh-CN" altLang="en-US" sz="2500" dirty="0">
                <a:solidFill>
                  <a:srgbClr val="212529"/>
                </a:solidFill>
                <a:latin typeface="+mn-ea"/>
                <a:ea typeface="+mn-ea"/>
              </a:rPr>
              <a:t>：</a:t>
            </a:r>
            <a:r>
              <a:rPr lang="zh-CN" altLang="en-US" sz="2500" u="sng" dirty="0">
                <a:solidFill>
                  <a:srgbClr val="212529"/>
                </a:solidFill>
                <a:latin typeface="+mn-ea"/>
                <a:ea typeface="+mn-ea"/>
              </a:rPr>
              <a:t>人工影像标注</a:t>
            </a:r>
            <a:r>
              <a:rPr lang="zh-CN" altLang="en-US" sz="2500" dirty="0">
                <a:solidFill>
                  <a:srgbClr val="212529"/>
                </a:solidFill>
                <a:latin typeface="+mn-ea"/>
                <a:ea typeface="+mn-ea"/>
              </a:rPr>
              <a:t>，实地调查。</a:t>
            </a:r>
            <a:endParaRPr lang="en-US" altLang="zh-CN" sz="2500" dirty="0">
              <a:solidFill>
                <a:srgbClr val="212529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500" b="1" dirty="0">
                <a:solidFill>
                  <a:srgbClr val="212529"/>
                </a:solidFill>
                <a:latin typeface="+mn-ea"/>
                <a:ea typeface="+mn-ea"/>
              </a:rPr>
              <a:t>合成</a:t>
            </a:r>
            <a:r>
              <a:rPr lang="zh-CN" altLang="en-US" sz="2500" dirty="0">
                <a:solidFill>
                  <a:srgbClr val="212529"/>
                </a:solidFill>
                <a:latin typeface="+mn-ea"/>
                <a:ea typeface="+mn-ea"/>
              </a:rPr>
              <a:t>：通过数据增强、模拟等方式生成。</a:t>
            </a:r>
            <a:endParaRPr lang="en-US" altLang="zh-CN" sz="2500" dirty="0">
              <a:solidFill>
                <a:srgbClr val="212529"/>
              </a:solidFill>
              <a:latin typeface="+mn-ea"/>
              <a:ea typeface="+mn-ea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012C5908-5A01-9EC8-B696-64ED2DF2F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6818" y="3624259"/>
            <a:ext cx="5637852" cy="3132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7D306E8-A9C3-4E3F-71DA-D42214F290FF}"/>
              </a:ext>
            </a:extLst>
          </p:cNvPr>
          <p:cNvCxnSpPr>
            <a:cxnSpLocks/>
          </p:cNvCxnSpPr>
          <p:nvPr/>
        </p:nvCxnSpPr>
        <p:spPr bwMode="auto">
          <a:xfrm>
            <a:off x="5989287" y="836638"/>
            <a:ext cx="0" cy="2667000"/>
          </a:xfrm>
          <a:prstGeom prst="line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2276882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67612-4D0F-D073-1349-5608C8610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075BAD5A-F1E7-3289-B890-E0DDAB95DD16}"/>
              </a:ext>
            </a:extLst>
          </p:cNvPr>
          <p:cNvSpPr/>
          <p:nvPr/>
        </p:nvSpPr>
        <p:spPr>
          <a:xfrm>
            <a:off x="18568" y="3471863"/>
            <a:ext cx="12173431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sz="2800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16B1FBC-3370-75E6-27A3-68FE5056F748}"/>
              </a:ext>
            </a:extLst>
          </p:cNvPr>
          <p:cNvSpPr/>
          <p:nvPr/>
        </p:nvSpPr>
        <p:spPr>
          <a:xfrm>
            <a:off x="69368" y="3868892"/>
            <a:ext cx="9282737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二、模型训练与遥感影像分类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D1CAFA2-6047-3374-23C3-7D7FE8555D7F}"/>
              </a:ext>
            </a:extLst>
          </p:cNvPr>
          <p:cNvSpPr/>
          <p:nvPr/>
        </p:nvSpPr>
        <p:spPr>
          <a:xfrm>
            <a:off x="1635" y="5014912"/>
            <a:ext cx="12173431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sz="2800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25245826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076C2-04B9-F66A-661E-7395DF4BB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A7C0397-8BEA-6A13-4275-97BECB28E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二、模型训练与遥感影像分类</a:t>
            </a:r>
            <a:r>
              <a:rPr lang="en-CN" dirty="0">
                <a:latin typeface="微软雅黑" pitchFamily="34" charset="-122"/>
                <a:ea typeface="微软雅黑" pitchFamily="34" charset="-122"/>
              </a:rPr>
              <a:t>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D68FB3-E78C-0FDE-F35B-48CA5C6E9EDB}"/>
              </a:ext>
            </a:extLst>
          </p:cNvPr>
          <p:cNvSpPr txBox="1"/>
          <p:nvPr/>
        </p:nvSpPr>
        <p:spPr>
          <a:xfrm>
            <a:off x="327923" y="846749"/>
            <a:ext cx="10022412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、基本概念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9EFE64-526F-7411-C1B8-28EABC47B800}"/>
              </a:ext>
            </a:extLst>
          </p:cNvPr>
          <p:cNvSpPr txBox="1"/>
          <p:nvPr/>
        </p:nvSpPr>
        <p:spPr>
          <a:xfrm>
            <a:off x="403597" y="1520567"/>
            <a:ext cx="11054781" cy="117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500" dirty="0">
                <a:solidFill>
                  <a:srgbClr val="151515"/>
                </a:solidFill>
                <a:latin typeface="+mn-ea"/>
                <a:ea typeface="+mn-ea"/>
              </a:rPr>
              <a:t>机器学习是一种通过数据学习并做出决策的技术。通常分为三种类型：</a:t>
            </a:r>
            <a:r>
              <a:rPr lang="zh-CN" altLang="en-US" sz="2500" b="1" u="sng" dirty="0">
                <a:solidFill>
                  <a:srgbClr val="151515"/>
                </a:solidFill>
                <a:latin typeface="+mn-ea"/>
                <a:ea typeface="+mn-ea"/>
              </a:rPr>
              <a:t>监督学习</a:t>
            </a:r>
            <a:r>
              <a:rPr lang="zh-CN" altLang="en-US" sz="2500" dirty="0">
                <a:solidFill>
                  <a:srgbClr val="151515"/>
                </a:solidFill>
                <a:latin typeface="+mn-ea"/>
                <a:ea typeface="+mn-ea"/>
              </a:rPr>
              <a:t>，</a:t>
            </a:r>
            <a:r>
              <a:rPr lang="zh-CN" altLang="en-US" sz="2500" u="sng" dirty="0">
                <a:solidFill>
                  <a:srgbClr val="151515"/>
                </a:solidFill>
                <a:latin typeface="+mn-ea"/>
                <a:ea typeface="+mn-ea"/>
              </a:rPr>
              <a:t>非监督学习</a:t>
            </a:r>
            <a:r>
              <a:rPr lang="zh-CN" altLang="en-US" sz="2500" dirty="0">
                <a:solidFill>
                  <a:srgbClr val="151515"/>
                </a:solidFill>
                <a:latin typeface="+mn-ea"/>
                <a:ea typeface="+mn-ea"/>
              </a:rPr>
              <a:t>，强化学习。</a:t>
            </a:r>
            <a:endParaRPr lang="en-US" altLang="zh-CN" sz="25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4" name="TextBox 1">
            <a:extLst>
              <a:ext uri="{FF2B5EF4-FFF2-40B4-BE49-F238E27FC236}">
                <a16:creationId xmlns:a16="http://schemas.microsoft.com/office/drawing/2014/main" id="{A1C7B109-0A9E-B8A6-694D-5E1CDAB46648}"/>
              </a:ext>
            </a:extLst>
          </p:cNvPr>
          <p:cNvSpPr txBox="1"/>
          <p:nvPr/>
        </p:nvSpPr>
        <p:spPr>
          <a:xfrm>
            <a:off x="327923" y="2723955"/>
            <a:ext cx="2919774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、训练过程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C2C5DB2-B71D-143C-311C-7D1ABA5522DF}"/>
              </a:ext>
            </a:extLst>
          </p:cNvPr>
          <p:cNvGrpSpPr/>
          <p:nvPr/>
        </p:nvGrpSpPr>
        <p:grpSpPr>
          <a:xfrm>
            <a:off x="1459610" y="3408475"/>
            <a:ext cx="9374455" cy="3288718"/>
            <a:chOff x="1977494" y="3429983"/>
            <a:chExt cx="8336392" cy="2926562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9787C1A-D1C0-ADCC-3516-F00B112D51B6}"/>
                </a:ext>
              </a:extLst>
            </p:cNvPr>
            <p:cNvSpPr/>
            <p:nvPr/>
          </p:nvSpPr>
          <p:spPr>
            <a:xfrm>
              <a:off x="2234855" y="3608516"/>
              <a:ext cx="1798918" cy="621553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lIns="0" rtlCol="0" anchor="ctr">
              <a:noAutofit/>
            </a:bodyPr>
            <a:lstStyle/>
            <a:p>
              <a:r>
                <a:rPr lang="zh-CN" altLang="en-US" sz="2800" b="1">
                  <a:solidFill>
                    <a:schemeClr val="accent3"/>
                  </a:solidFill>
                  <a:latin typeface="+mn-ea"/>
                </a:rPr>
                <a:t>样本制作</a:t>
              </a:r>
              <a:endParaRPr lang="zh-CN" altLang="en-US" sz="2800" b="1" dirty="0">
                <a:solidFill>
                  <a:schemeClr val="accent3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EA61353F-8138-A949-4D5A-599347647372}"/>
                </a:ext>
              </a:extLst>
            </p:cNvPr>
            <p:cNvSpPr/>
            <p:nvPr/>
          </p:nvSpPr>
          <p:spPr>
            <a:xfrm>
              <a:off x="2234855" y="4753784"/>
              <a:ext cx="1798918" cy="621553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lIns="0" rtlCol="0" anchor="ctr">
              <a:noAutofit/>
            </a:bodyPr>
            <a:lstStyle/>
            <a:p>
              <a:r>
                <a:rPr lang="zh-CN" altLang="en-US" sz="2800" b="1" dirty="0">
                  <a:solidFill>
                    <a:schemeClr val="accent3"/>
                  </a:solidFill>
                  <a:latin typeface="+mn-ea"/>
                  <a:ea typeface="微软雅黑" pitchFamily="34" charset="-122"/>
                </a:rPr>
                <a:t>数据预处理</a:t>
              </a:r>
              <a:endParaRPr lang="zh-CN" altLang="en-US" sz="2800" b="1" dirty="0">
                <a:solidFill>
                  <a:schemeClr val="accent3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D82703C0-52A9-776B-6196-DFC3A93B21EB}"/>
                </a:ext>
              </a:extLst>
            </p:cNvPr>
            <p:cNvSpPr/>
            <p:nvPr/>
          </p:nvSpPr>
          <p:spPr>
            <a:xfrm>
              <a:off x="5023222" y="3588149"/>
              <a:ext cx="1798918" cy="621553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lIns="0" rtlCol="0" anchor="ctr">
              <a:noAutofit/>
            </a:bodyPr>
            <a:lstStyle/>
            <a:p>
              <a:r>
                <a:rPr lang="zh-CN" altLang="en-US" sz="2800" b="1" dirty="0">
                  <a:solidFill>
                    <a:schemeClr val="accent3"/>
                  </a:solidFill>
                  <a:latin typeface="+mn-ea"/>
                  <a:ea typeface="微软雅黑" pitchFamily="34" charset="-122"/>
                </a:rPr>
                <a:t>特征选取</a:t>
              </a:r>
              <a:endParaRPr lang="zh-CN" altLang="en-US" sz="2800" b="1" dirty="0">
                <a:solidFill>
                  <a:schemeClr val="accent3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C0B0189-8659-758E-C78B-CCE1F4032EB1}"/>
                </a:ext>
              </a:extLst>
            </p:cNvPr>
            <p:cNvSpPr/>
            <p:nvPr/>
          </p:nvSpPr>
          <p:spPr>
            <a:xfrm>
              <a:off x="5023222" y="4753783"/>
              <a:ext cx="1798918" cy="621553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lIns="0" rtlCol="0" anchor="ctr">
              <a:noAutofit/>
            </a:bodyPr>
            <a:lstStyle/>
            <a:p>
              <a:r>
                <a:rPr lang="zh-CN" altLang="en-US" sz="2800" b="1" dirty="0">
                  <a:solidFill>
                    <a:schemeClr val="accent3"/>
                  </a:solidFill>
                  <a:latin typeface="+mn-ea"/>
                  <a:ea typeface="微软雅黑" pitchFamily="34" charset="-122"/>
                </a:rPr>
                <a:t>模型选择</a:t>
              </a:r>
              <a:endParaRPr lang="zh-CN" altLang="en-US" sz="2800" b="1" dirty="0">
                <a:solidFill>
                  <a:schemeClr val="accent3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F11123EE-7DD7-1A89-69CF-EB39430A94DE}"/>
                </a:ext>
              </a:extLst>
            </p:cNvPr>
            <p:cNvSpPr/>
            <p:nvPr/>
          </p:nvSpPr>
          <p:spPr>
            <a:xfrm>
              <a:off x="7811589" y="5079291"/>
              <a:ext cx="1798918" cy="621553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lIns="0" rtlCol="0" anchor="ctr">
              <a:noAutofit/>
            </a:bodyPr>
            <a:lstStyle/>
            <a:p>
              <a:r>
                <a:rPr lang="zh-CN" altLang="en-US" sz="2800" b="1" dirty="0">
                  <a:solidFill>
                    <a:schemeClr val="accent3"/>
                  </a:solidFill>
                  <a:latin typeface="微软雅黑" pitchFamily="34" charset="-122"/>
                  <a:ea typeface="微软雅黑" pitchFamily="34" charset="-122"/>
                </a:rPr>
                <a:t>模型训练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E2D8C62-F19A-B61B-1E21-149874FE33AE}"/>
                </a:ext>
              </a:extLst>
            </p:cNvPr>
            <p:cNvSpPr txBox="1"/>
            <p:nvPr/>
          </p:nvSpPr>
          <p:spPr>
            <a:xfrm>
              <a:off x="1977494" y="5707804"/>
              <a:ext cx="2313641" cy="646331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txBody>
            <a:bodyPr wrap="square">
              <a:spAutoFit/>
            </a:bodyPr>
            <a:lstStyle/>
            <a:p>
              <a:r>
                <a:rPr lang="zh-CN" altLang="en-US" sz="2000" dirty="0">
                  <a:solidFill>
                    <a:srgbClr val="151515"/>
                  </a:solidFill>
                  <a:latin typeface="+mn-ea"/>
                  <a:ea typeface="+mn-ea"/>
                </a:rPr>
                <a:t>数据缺失值处理、数据标准化等。</a:t>
              </a:r>
              <a:endParaRPr lang="en-US" altLang="zh-CN" sz="2000" dirty="0">
                <a:solidFill>
                  <a:srgbClr val="151515"/>
                </a:solidFill>
                <a:latin typeface="+mn-ea"/>
                <a:ea typeface="+mn-ea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EE6E2912-25B5-8B0A-5ADF-444AC64DDE97}"/>
                </a:ext>
              </a:extLst>
            </p:cNvPr>
            <p:cNvSpPr txBox="1"/>
            <p:nvPr/>
          </p:nvSpPr>
          <p:spPr>
            <a:xfrm>
              <a:off x="4732956" y="5710214"/>
              <a:ext cx="2379451" cy="646331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txBody>
            <a:bodyPr wrap="square">
              <a:spAutoFit/>
            </a:bodyPr>
            <a:lstStyle/>
            <a:p>
              <a:r>
                <a:rPr lang="zh-CN" altLang="en-US" sz="2000" dirty="0">
                  <a:solidFill>
                    <a:srgbClr val="151515"/>
                  </a:solidFill>
                  <a:latin typeface="+mn-ea"/>
                  <a:ea typeface="+mn-ea"/>
                </a:rPr>
                <a:t>决策树、支持向量机、</a:t>
              </a:r>
              <a:r>
                <a:rPr lang="zh-CN" altLang="en-US" sz="2000" b="1" u="sng" dirty="0">
                  <a:solidFill>
                    <a:srgbClr val="151515"/>
                  </a:solidFill>
                  <a:latin typeface="+mn-ea"/>
                  <a:ea typeface="+mn-ea"/>
                </a:rPr>
                <a:t>随机森林</a:t>
              </a:r>
              <a:r>
                <a:rPr lang="zh-CN" altLang="en-US" sz="2000" dirty="0">
                  <a:solidFill>
                    <a:srgbClr val="151515"/>
                  </a:solidFill>
                  <a:latin typeface="+mn-ea"/>
                  <a:ea typeface="+mn-ea"/>
                </a:rPr>
                <a:t>等。</a:t>
              </a:r>
              <a:endParaRPr lang="zh-CN" altLang="en-US" sz="2000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0394DAD2-B0BA-5798-FD1A-26802A2E2BDD}"/>
                </a:ext>
              </a:extLst>
            </p:cNvPr>
            <p:cNvSpPr txBox="1"/>
            <p:nvPr/>
          </p:nvSpPr>
          <p:spPr>
            <a:xfrm>
              <a:off x="7112408" y="3429983"/>
              <a:ext cx="3201478" cy="903817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txBody>
            <a:bodyPr wrap="square">
              <a:spAutoFit/>
            </a:bodyPr>
            <a:lstStyle/>
            <a:p>
              <a:r>
                <a:rPr lang="zh-CN" altLang="en-US" sz="2000" dirty="0">
                  <a:solidFill>
                    <a:srgbClr val="151515"/>
                  </a:solidFill>
                  <a:latin typeface="+mn-ea"/>
                  <a:ea typeface="+mn-ea"/>
                </a:rPr>
                <a:t>利用训练样本对模型进行训练，同时利用验证样本对模型超参数进行调优。</a:t>
              </a:r>
            </a:p>
          </p:txBody>
        </p:sp>
        <p:cxnSp>
          <p:nvCxnSpPr>
            <p:cNvPr id="19" name="连接符: 肘形 18">
              <a:extLst>
                <a:ext uri="{FF2B5EF4-FFF2-40B4-BE49-F238E27FC236}">
                  <a16:creationId xmlns:a16="http://schemas.microsoft.com/office/drawing/2014/main" id="{14F3F18B-E598-9808-1943-22EB554FC73B}"/>
                </a:ext>
              </a:extLst>
            </p:cNvPr>
            <p:cNvCxnSpPr>
              <a:stCxn id="8" idx="3"/>
              <a:endCxn id="9" idx="1"/>
            </p:cNvCxnSpPr>
            <p:nvPr/>
          </p:nvCxnSpPr>
          <p:spPr bwMode="auto">
            <a:xfrm flipV="1">
              <a:off x="4033774" y="3898926"/>
              <a:ext cx="989449" cy="1165635"/>
            </a:xfrm>
            <a:prstGeom prst="bentConnector3">
              <a:avLst/>
            </a:prstGeom>
            <a:ln w="19050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085A7C57-6F34-A066-8EB1-2DBDE66EF727}"/>
                </a:ext>
              </a:extLst>
            </p:cNvPr>
            <p:cNvCxnSpPr>
              <a:stCxn id="7" idx="2"/>
              <a:endCxn id="8" idx="0"/>
            </p:cNvCxnSpPr>
            <p:nvPr/>
          </p:nvCxnSpPr>
          <p:spPr bwMode="auto">
            <a:xfrm>
              <a:off x="3134314" y="4230069"/>
              <a:ext cx="0" cy="523715"/>
            </a:xfrm>
            <a:prstGeom prst="straightConnector1">
              <a:avLst/>
            </a:prstGeom>
            <a:ln w="19050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9AA76F60-199D-9137-AA0C-3E1521731A76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 bwMode="auto">
            <a:xfrm>
              <a:off x="5922681" y="4209702"/>
              <a:ext cx="0" cy="544081"/>
            </a:xfrm>
            <a:prstGeom prst="straightConnector1">
              <a:avLst/>
            </a:prstGeom>
            <a:ln w="19050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连接符: 肘形 26">
              <a:extLst>
                <a:ext uri="{FF2B5EF4-FFF2-40B4-BE49-F238E27FC236}">
                  <a16:creationId xmlns:a16="http://schemas.microsoft.com/office/drawing/2014/main" id="{B11DB271-B026-541A-0E26-64365FA9ED7C}"/>
                </a:ext>
              </a:extLst>
            </p:cNvPr>
            <p:cNvCxnSpPr>
              <a:cxnSpLocks/>
              <a:stCxn id="10" idx="3"/>
              <a:endCxn id="11" idx="1"/>
            </p:cNvCxnSpPr>
            <p:nvPr/>
          </p:nvCxnSpPr>
          <p:spPr bwMode="auto">
            <a:xfrm>
              <a:off x="6822141" y="5064560"/>
              <a:ext cx="989448" cy="325507"/>
            </a:xfrm>
            <a:prstGeom prst="bentConnector3">
              <a:avLst>
                <a:gd name="adj1" fmla="val 50000"/>
              </a:avLst>
            </a:prstGeom>
            <a:ln w="19050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FA13BAE1-4226-3BD1-2FBE-A05A907C33AB}"/>
                </a:ext>
              </a:extLst>
            </p:cNvPr>
            <p:cNvCxnSpPr>
              <a:cxnSpLocks/>
              <a:stCxn id="17" idx="2"/>
              <a:endCxn id="11" idx="0"/>
            </p:cNvCxnSpPr>
            <p:nvPr/>
          </p:nvCxnSpPr>
          <p:spPr bwMode="auto">
            <a:xfrm flipH="1">
              <a:off x="8711048" y="4333800"/>
              <a:ext cx="2099" cy="745491"/>
            </a:xfrm>
            <a:prstGeom prst="straightConnector1">
              <a:avLst/>
            </a:prstGeom>
            <a:ln w="19050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091015A8-04D8-6CF0-CC5E-C1D606464AEA}"/>
                </a:ext>
              </a:extLst>
            </p:cNvPr>
            <p:cNvCxnSpPr>
              <a:cxnSpLocks/>
              <a:stCxn id="10" idx="2"/>
              <a:endCxn id="15" idx="0"/>
            </p:cNvCxnSpPr>
            <p:nvPr/>
          </p:nvCxnSpPr>
          <p:spPr bwMode="auto">
            <a:xfrm>
              <a:off x="5922681" y="5375335"/>
              <a:ext cx="0" cy="334878"/>
            </a:xfrm>
            <a:prstGeom prst="straightConnector1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03ACF7E9-646D-E271-AF53-68FA6CA843BB}"/>
                </a:ext>
              </a:extLst>
            </p:cNvPr>
            <p:cNvCxnSpPr>
              <a:cxnSpLocks/>
              <a:stCxn id="13" idx="0"/>
              <a:endCxn id="8" idx="2"/>
            </p:cNvCxnSpPr>
            <p:nvPr/>
          </p:nvCxnSpPr>
          <p:spPr bwMode="auto">
            <a:xfrm flipV="1">
              <a:off x="3134315" y="5375337"/>
              <a:ext cx="0" cy="332467"/>
            </a:xfrm>
            <a:prstGeom prst="straightConnector1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6881220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DF034-E6F1-274F-492E-B3CD255B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420E2DD-A5BE-1208-29EF-D4D4A2A97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04" y="54587"/>
            <a:ext cx="9013371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二、模型训练与遥感影像分类</a:t>
            </a:r>
            <a:r>
              <a:rPr lang="en-CN" dirty="0">
                <a:latin typeface="微软雅黑" pitchFamily="34" charset="-122"/>
                <a:ea typeface="微软雅黑" pitchFamily="34" charset="-122"/>
              </a:rPr>
              <a:t>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24B0E4B-3A78-F3AF-46C3-637B52B5C060}"/>
              </a:ext>
            </a:extLst>
          </p:cNvPr>
          <p:cNvSpPr txBox="1"/>
          <p:nvPr/>
        </p:nvSpPr>
        <p:spPr>
          <a:xfrm>
            <a:off x="416210" y="821525"/>
            <a:ext cx="9934125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3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、遥感影像分类概念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8C6B4B-6555-49A9-48C8-C673B6AE6772}"/>
              </a:ext>
            </a:extLst>
          </p:cNvPr>
          <p:cNvSpPr txBox="1"/>
          <p:nvPr/>
        </p:nvSpPr>
        <p:spPr>
          <a:xfrm>
            <a:off x="372066" y="1495186"/>
            <a:ext cx="11496215" cy="195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将遥感影像中像素分配到不同类别中。通常分为监督分类和非监督分类。在监督分类中，将训练好模型应用于遥感影像各像素，即可实现整幅遥感影像的分类。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18643201-DBA0-8BD4-CC45-8EC519C7B77F}"/>
              </a:ext>
            </a:extLst>
          </p:cNvPr>
          <p:cNvSpPr txBox="1"/>
          <p:nvPr/>
        </p:nvSpPr>
        <p:spPr>
          <a:xfrm>
            <a:off x="461035" y="3442256"/>
            <a:ext cx="4596544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4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、随机森林算法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2" name="TextBox 4">
            <a:extLst>
              <a:ext uri="{FF2B5EF4-FFF2-40B4-BE49-F238E27FC236}">
                <a16:creationId xmlns:a16="http://schemas.microsoft.com/office/drawing/2014/main" id="{A04F47ED-232C-838F-003C-4595DE5D80AF}"/>
              </a:ext>
            </a:extLst>
          </p:cNvPr>
          <p:cNvSpPr txBox="1"/>
          <p:nvPr/>
        </p:nvSpPr>
        <p:spPr>
          <a:xfrm>
            <a:off x="461034" y="4051361"/>
            <a:ext cx="6627143" cy="2601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随机森林算法是一种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集成学习方法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，它通过构建多个决策树并将其结果进行综合，以获得最终分类结果。该方法具有较高的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模型精度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和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稳健性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。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pic>
        <p:nvPicPr>
          <p:cNvPr id="1026" name="Picture 2" descr="机器学习模型系列：随机森林的原理和示例介绍_随机森林模型-CSDN博客">
            <a:extLst>
              <a:ext uri="{FF2B5EF4-FFF2-40B4-BE49-F238E27FC236}">
                <a16:creationId xmlns:a16="http://schemas.microsoft.com/office/drawing/2014/main" id="{B1E2350B-ABBC-C919-F620-898A1AF4FC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44" t="3545" r="15090" b="5662"/>
          <a:stretch/>
        </p:blipFill>
        <p:spPr bwMode="auto">
          <a:xfrm>
            <a:off x="7129059" y="2875630"/>
            <a:ext cx="4828191" cy="3777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537378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8BE3-613C-CD5B-2D54-7C0C281AD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5AB5F1E-47C8-6337-82D4-A3A2F7554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二、模型训练与遥感影像分类</a:t>
            </a:r>
            <a:r>
              <a:rPr lang="en-CN" dirty="0">
                <a:latin typeface="微软雅黑" pitchFamily="34" charset="-122"/>
                <a:ea typeface="微软雅黑" pitchFamily="34" charset="-122"/>
              </a:rPr>
              <a:t>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F25412-7FEF-4EFD-8A04-2C709127E476}"/>
              </a:ext>
            </a:extLst>
          </p:cNvPr>
          <p:cNvSpPr txBox="1"/>
          <p:nvPr/>
        </p:nvSpPr>
        <p:spPr>
          <a:xfrm>
            <a:off x="258554" y="821525"/>
            <a:ext cx="1009178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5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、机器学习开源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库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: scikit-learn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0F8D7B-F916-087B-2CD9-1E96810D3410}"/>
              </a:ext>
            </a:extLst>
          </p:cNvPr>
          <p:cNvSpPr txBox="1"/>
          <p:nvPr/>
        </p:nvSpPr>
        <p:spPr>
          <a:xfrm>
            <a:off x="416210" y="1495187"/>
            <a:ext cx="11269191" cy="4540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zh-CN" sz="2800" dirty="0">
                <a:solidFill>
                  <a:schemeClr val="bg2"/>
                </a:solidFill>
                <a:latin typeface="+mn-ea"/>
                <a:ea typeface="+mn-ea"/>
              </a:rPr>
              <a:t>scikit-learn是一个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广泛应用于</a:t>
            </a:r>
            <a:r>
              <a:rPr lang="zh-CN" altLang="zh-CN" sz="2800" dirty="0">
                <a:solidFill>
                  <a:schemeClr val="bg2"/>
                </a:solidFill>
                <a:latin typeface="+mn-ea"/>
                <a:ea typeface="+mn-ea"/>
              </a:rPr>
              <a:t>机器学习和数据挖掘的Python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开源</a:t>
            </a:r>
            <a:r>
              <a:rPr lang="zh-CN" altLang="zh-CN" sz="2800" dirty="0">
                <a:solidFill>
                  <a:schemeClr val="bg2"/>
                </a:solidFill>
                <a:latin typeface="+mn-ea"/>
                <a:ea typeface="+mn-ea"/>
              </a:rPr>
              <a:t>库。它提供了一系列简单而高效的工具，适用于数据分析、数据建模和机器学习任务。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采用</a:t>
            </a: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BSD-3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开源协议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基于 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NumPy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SciPy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和 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Matplotlib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构建，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    适合各种机器学习任务。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2DFEF05-8130-00D6-EA63-A642587D95BB}"/>
              </a:ext>
            </a:extLst>
          </p:cNvPr>
          <p:cNvSpPr txBox="1"/>
          <p:nvPr/>
        </p:nvSpPr>
        <p:spPr>
          <a:xfrm>
            <a:off x="1930482" y="6129141"/>
            <a:ext cx="83310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  <a:latin typeface="+mn-ea"/>
                <a:ea typeface="+mn-ea"/>
              </a:rPr>
              <a:t>源代码网址：https://github.com/scikit-learn/scikit-learn</a:t>
            </a:r>
          </a:p>
        </p:txBody>
      </p:sp>
      <p:pic>
        <p:nvPicPr>
          <p:cNvPr id="3077" name="Picture 5">
            <a:extLst>
              <a:ext uri="{FF2B5EF4-FFF2-40B4-BE49-F238E27FC236}">
                <a16:creationId xmlns:a16="http://schemas.microsoft.com/office/drawing/2014/main" id="{4448A509-705A-D42C-9BA3-849974AB54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11"/>
          <a:stretch/>
        </p:blipFill>
        <p:spPr bwMode="auto">
          <a:xfrm>
            <a:off x="8257843" y="3590991"/>
            <a:ext cx="3600570" cy="2053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199024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208467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50800" y="3868892"/>
            <a:ext cx="754743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三、遥感影像分类精度评估</a:t>
            </a:r>
          </a:p>
        </p:txBody>
      </p:sp>
      <p:sp>
        <p:nvSpPr>
          <p:cNvPr id="8" name="矩形 7"/>
          <p:cNvSpPr/>
          <p:nvPr/>
        </p:nvSpPr>
        <p:spPr>
          <a:xfrm>
            <a:off x="-16933" y="5014912"/>
            <a:ext cx="12208467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75231995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12BCD-946A-9469-8604-0204B16E7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3B67C9E-2B7C-1AE2-E061-2F42594BC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三、遥感影像分类精度评估</a:t>
            </a:r>
            <a:r>
              <a:rPr lang="en-CN" dirty="0">
                <a:latin typeface="微软雅黑" pitchFamily="34" charset="-122"/>
                <a:ea typeface="微软雅黑" pitchFamily="34" charset="-122"/>
              </a:rPr>
              <a:t>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579373-86E1-927F-7F44-32B32D021254}"/>
              </a:ext>
            </a:extLst>
          </p:cNvPr>
          <p:cNvSpPr txBox="1"/>
          <p:nvPr/>
        </p:nvSpPr>
        <p:spPr>
          <a:xfrm>
            <a:off x="203200" y="846749"/>
            <a:ext cx="10147135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、基本概念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1A0858-665F-A61E-4F9C-BB7642E63961}"/>
              </a:ext>
            </a:extLst>
          </p:cNvPr>
          <p:cNvSpPr txBox="1"/>
          <p:nvPr/>
        </p:nvSpPr>
        <p:spPr>
          <a:xfrm>
            <a:off x="317500" y="1520567"/>
            <a:ext cx="11607800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精度评估通常通过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比较分类结果与参考数据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（通常是高质量的地面真值数据）进行。评估结果可用于验证分类模型的有效性和可靠性。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4" name="TextBox 1">
            <a:extLst>
              <a:ext uri="{FF2B5EF4-FFF2-40B4-BE49-F238E27FC236}">
                <a16:creationId xmlns:a16="http://schemas.microsoft.com/office/drawing/2014/main" id="{829AF932-0A65-E4CE-5F43-D20E520FE31C}"/>
              </a:ext>
            </a:extLst>
          </p:cNvPr>
          <p:cNvSpPr txBox="1"/>
          <p:nvPr/>
        </p:nvSpPr>
        <p:spPr>
          <a:xfrm>
            <a:off x="203200" y="2813855"/>
            <a:ext cx="265829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、混淆矩阵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4469D6BA-A8AE-AA6C-48A8-E19C9D25DF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6867635"/>
              </p:ext>
            </p:extLst>
          </p:nvPr>
        </p:nvGraphicFramePr>
        <p:xfrm>
          <a:off x="844550" y="3631880"/>
          <a:ext cx="10680700" cy="29943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39660">
                  <a:extLst>
                    <a:ext uri="{9D8B030D-6E8A-4147-A177-3AD203B41FA5}">
                      <a16:colId xmlns:a16="http://schemas.microsoft.com/office/drawing/2014/main" val="1963821231"/>
                    </a:ext>
                  </a:extLst>
                </a:gridCol>
                <a:gridCol w="3977138">
                  <a:extLst>
                    <a:ext uri="{9D8B030D-6E8A-4147-A177-3AD203B41FA5}">
                      <a16:colId xmlns:a16="http://schemas.microsoft.com/office/drawing/2014/main" val="2612651605"/>
                    </a:ext>
                  </a:extLst>
                </a:gridCol>
                <a:gridCol w="3963902">
                  <a:extLst>
                    <a:ext uri="{9D8B030D-6E8A-4147-A177-3AD203B41FA5}">
                      <a16:colId xmlns:a16="http://schemas.microsoft.com/office/drawing/2014/main" val="2987473396"/>
                    </a:ext>
                  </a:extLst>
                </a:gridCol>
              </a:tblGrid>
              <a:tr h="650744"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</a:rPr>
                        <a:t>参考数据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</a:rPr>
                        <a:t>分类结果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bg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870079"/>
                  </a:ext>
                </a:extLst>
              </a:tr>
              <a:tr h="650744">
                <a:tc vMerge="1"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bg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</a:rPr>
                        <a:t>像素被分为</a:t>
                      </a:r>
                      <a:r>
                        <a:rPr lang="en-US" altLang="zh-CN" sz="2800" b="1" dirty="0">
                          <a:solidFill>
                            <a:schemeClr val="bg2"/>
                          </a:solidFill>
                        </a:rPr>
                        <a:t>A</a:t>
                      </a:r>
                      <a:r>
                        <a:rPr lang="zh-CN" altLang="en-US" sz="2800" b="1" dirty="0">
                          <a:solidFill>
                            <a:schemeClr val="bg2"/>
                          </a:solidFill>
                        </a:rPr>
                        <a:t>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</a:rPr>
                        <a:t>像素被分为</a:t>
                      </a:r>
                      <a:r>
                        <a:rPr lang="en-US" altLang="zh-CN" sz="2800" b="1" dirty="0">
                          <a:solidFill>
                            <a:schemeClr val="bg2"/>
                          </a:solidFill>
                        </a:rPr>
                        <a:t>B</a:t>
                      </a:r>
                      <a:r>
                        <a:rPr lang="zh-CN" altLang="en-US" sz="2800" b="1" dirty="0">
                          <a:solidFill>
                            <a:schemeClr val="bg2"/>
                          </a:solidFill>
                        </a:rPr>
                        <a:t>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1561006"/>
                  </a:ext>
                </a:extLst>
              </a:tr>
              <a:tr h="84640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</a:rPr>
                        <a:t>真实</a:t>
                      </a:r>
                      <a:r>
                        <a:rPr lang="en-US" altLang="zh-CN" sz="2800" b="1" dirty="0">
                          <a:solidFill>
                            <a:schemeClr val="bg2"/>
                          </a:solidFill>
                        </a:rPr>
                        <a:t>A</a:t>
                      </a:r>
                      <a:r>
                        <a:rPr lang="zh-CN" altLang="en-US" sz="2800" b="1" dirty="0">
                          <a:solidFill>
                            <a:schemeClr val="bg2"/>
                          </a:solidFill>
                        </a:rPr>
                        <a:t>类像素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highlight>
                            <a:srgbClr val="FFFF00"/>
                          </a:highlight>
                        </a:rPr>
                        <a:t>分为</a:t>
                      </a:r>
                      <a:r>
                        <a:rPr lang="en-US" altLang="zh-CN" sz="2800" dirty="0">
                          <a:solidFill>
                            <a:schemeClr val="bg2"/>
                          </a:solidFill>
                          <a:highlight>
                            <a:srgbClr val="FFFF00"/>
                          </a:highlight>
                        </a:rPr>
                        <a:t>A</a:t>
                      </a:r>
                      <a:r>
                        <a:rPr lang="zh-CN" altLang="en-US" sz="2800" dirty="0">
                          <a:solidFill>
                            <a:schemeClr val="bg2"/>
                          </a:solidFill>
                          <a:highlight>
                            <a:srgbClr val="FFFF00"/>
                          </a:highlight>
                        </a:rPr>
                        <a:t>类，真实也为</a:t>
                      </a:r>
                      <a:r>
                        <a:rPr lang="en-US" altLang="zh-CN" sz="2800" dirty="0">
                          <a:solidFill>
                            <a:schemeClr val="bg2"/>
                          </a:solidFill>
                          <a:highlight>
                            <a:srgbClr val="FFFF00"/>
                          </a:highlight>
                        </a:rPr>
                        <a:t>A</a:t>
                      </a:r>
                      <a:r>
                        <a:rPr lang="zh-CN" altLang="en-US" sz="2800" dirty="0">
                          <a:solidFill>
                            <a:schemeClr val="bg2"/>
                          </a:solidFill>
                          <a:highlight>
                            <a:srgbClr val="FFFF00"/>
                          </a:highlight>
                        </a:rPr>
                        <a:t>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highlight>
                            <a:srgbClr val="C3E8CC"/>
                          </a:highlight>
                        </a:rPr>
                        <a:t>分为</a:t>
                      </a:r>
                      <a:r>
                        <a:rPr lang="en-US" altLang="zh-CN" sz="2800" dirty="0">
                          <a:solidFill>
                            <a:schemeClr val="bg2"/>
                          </a:solidFill>
                          <a:highlight>
                            <a:srgbClr val="C3E8CC"/>
                          </a:highlight>
                        </a:rPr>
                        <a:t>B</a:t>
                      </a:r>
                      <a:r>
                        <a:rPr lang="zh-CN" altLang="en-US" sz="2800" dirty="0">
                          <a:solidFill>
                            <a:schemeClr val="bg2"/>
                          </a:solidFill>
                          <a:highlight>
                            <a:srgbClr val="C3E8CC"/>
                          </a:highlight>
                        </a:rPr>
                        <a:t>类，但真实为</a:t>
                      </a:r>
                      <a:r>
                        <a:rPr lang="en-US" altLang="zh-CN" sz="2800" dirty="0">
                          <a:solidFill>
                            <a:schemeClr val="bg2"/>
                          </a:solidFill>
                          <a:highlight>
                            <a:srgbClr val="C3E8CC"/>
                          </a:highlight>
                        </a:rPr>
                        <a:t>A</a:t>
                      </a:r>
                      <a:r>
                        <a:rPr lang="zh-CN" altLang="en-US" sz="2800" dirty="0">
                          <a:solidFill>
                            <a:schemeClr val="bg2"/>
                          </a:solidFill>
                          <a:highlight>
                            <a:srgbClr val="C3E8CC"/>
                          </a:highlight>
                        </a:rPr>
                        <a:t>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7656486"/>
                  </a:ext>
                </a:extLst>
              </a:tr>
              <a:tr h="84640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</a:rPr>
                        <a:t>真实</a:t>
                      </a:r>
                      <a:r>
                        <a:rPr lang="en-US" altLang="zh-CN" sz="2800" b="1" dirty="0">
                          <a:solidFill>
                            <a:schemeClr val="bg2"/>
                          </a:solidFill>
                        </a:rPr>
                        <a:t>B</a:t>
                      </a:r>
                      <a:r>
                        <a:rPr lang="zh-CN" altLang="en-US" sz="2800" b="1" dirty="0">
                          <a:solidFill>
                            <a:schemeClr val="bg2"/>
                          </a:solidFill>
                        </a:rPr>
                        <a:t>类像素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highlight>
                            <a:srgbClr val="C3E8CC"/>
                          </a:highlight>
                        </a:rPr>
                        <a:t>分为</a:t>
                      </a:r>
                      <a:r>
                        <a:rPr lang="en-US" altLang="zh-CN" sz="2800" dirty="0">
                          <a:solidFill>
                            <a:schemeClr val="bg2"/>
                          </a:solidFill>
                          <a:highlight>
                            <a:srgbClr val="C3E8CC"/>
                          </a:highlight>
                        </a:rPr>
                        <a:t>A</a:t>
                      </a:r>
                      <a:r>
                        <a:rPr lang="zh-CN" altLang="en-US" sz="2800" dirty="0">
                          <a:solidFill>
                            <a:schemeClr val="bg2"/>
                          </a:solidFill>
                          <a:highlight>
                            <a:srgbClr val="C3E8CC"/>
                          </a:highlight>
                        </a:rPr>
                        <a:t>类，真实为</a:t>
                      </a:r>
                      <a:r>
                        <a:rPr lang="en-US" altLang="zh-CN" sz="2800" dirty="0">
                          <a:solidFill>
                            <a:schemeClr val="bg2"/>
                          </a:solidFill>
                          <a:highlight>
                            <a:srgbClr val="C3E8CC"/>
                          </a:highlight>
                        </a:rPr>
                        <a:t>B</a:t>
                      </a:r>
                      <a:r>
                        <a:rPr lang="zh-CN" altLang="en-US" sz="2800" dirty="0">
                          <a:solidFill>
                            <a:schemeClr val="bg2"/>
                          </a:solidFill>
                          <a:highlight>
                            <a:srgbClr val="C3E8CC"/>
                          </a:highlight>
                        </a:rPr>
                        <a:t>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highlight>
                            <a:srgbClr val="FFFF00"/>
                          </a:highlight>
                        </a:rPr>
                        <a:t>分为</a:t>
                      </a:r>
                      <a:r>
                        <a:rPr lang="en-US" altLang="zh-CN" sz="2800" dirty="0">
                          <a:solidFill>
                            <a:schemeClr val="bg2"/>
                          </a:solidFill>
                          <a:highlight>
                            <a:srgbClr val="FFFF00"/>
                          </a:highlight>
                        </a:rPr>
                        <a:t>B</a:t>
                      </a:r>
                      <a:r>
                        <a:rPr lang="zh-CN" altLang="en-US" sz="2800" dirty="0">
                          <a:solidFill>
                            <a:schemeClr val="bg2"/>
                          </a:solidFill>
                          <a:highlight>
                            <a:srgbClr val="FFFF00"/>
                          </a:highlight>
                        </a:rPr>
                        <a:t>类，真实也为</a:t>
                      </a:r>
                      <a:r>
                        <a:rPr lang="en-US" altLang="zh-CN" sz="2800" dirty="0">
                          <a:solidFill>
                            <a:schemeClr val="bg2"/>
                          </a:solidFill>
                          <a:highlight>
                            <a:srgbClr val="FFFF00"/>
                          </a:highlight>
                        </a:rPr>
                        <a:t>B</a:t>
                      </a:r>
                      <a:r>
                        <a:rPr lang="zh-CN" altLang="en-US" sz="2800" dirty="0">
                          <a:solidFill>
                            <a:schemeClr val="bg2"/>
                          </a:solidFill>
                          <a:highlight>
                            <a:srgbClr val="FFFF00"/>
                          </a:highlight>
                        </a:rPr>
                        <a:t>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16021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583894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751F6-DFBB-832E-CE29-75EAED225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16195F8-C1AF-0700-6EC5-715D100BF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1" y="8526"/>
            <a:ext cx="1048022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三、遥感影像分类精度评估</a:t>
            </a:r>
            <a:r>
              <a:rPr lang="en-CN" dirty="0">
                <a:latin typeface="微软雅黑" pitchFamily="34" charset="-122"/>
                <a:ea typeface="微软雅黑" pitchFamily="34" charset="-122"/>
              </a:rPr>
              <a:t>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6D8790-4FE4-BF9D-7545-28234672FF9E}"/>
              </a:ext>
            </a:extLst>
          </p:cNvPr>
          <p:cNvSpPr txBox="1"/>
          <p:nvPr/>
        </p:nvSpPr>
        <p:spPr>
          <a:xfrm>
            <a:off x="292100" y="846749"/>
            <a:ext cx="10058235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3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、精度评估指标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281532-F0F3-6812-6BD8-6EBA14FC2896}"/>
                  </a:ext>
                </a:extLst>
              </p:cNvPr>
              <p:cNvSpPr txBox="1"/>
              <p:nvPr/>
            </p:nvSpPr>
            <p:spPr>
              <a:xfrm>
                <a:off x="444500" y="1666618"/>
                <a:ext cx="11410950" cy="47190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zh-CN" altLang="en-US" sz="2600" b="1" dirty="0">
                    <a:solidFill>
                      <a:srgbClr val="151515"/>
                    </a:solidFill>
                    <a:latin typeface="+mn-ea"/>
                    <a:ea typeface="+mn-ea"/>
                  </a:rPr>
                  <a:t>全局精度</a:t>
                </a:r>
                <a:r>
                  <a:rPr lang="zh-CN" altLang="en-US" sz="2600" dirty="0">
                    <a:solidFill>
                      <a:srgbClr val="151515"/>
                    </a:solidFill>
                    <a:latin typeface="+mn-ea"/>
                    <a:ea typeface="+mn-ea"/>
                  </a:rPr>
                  <a:t>（</a:t>
                </a:r>
                <a:r>
                  <a:rPr lang="en-US" altLang="zh-CN" sz="2600" dirty="0">
                    <a:solidFill>
                      <a:srgbClr val="151515"/>
                    </a:solidFill>
                    <a:latin typeface="+mn-ea"/>
                    <a:ea typeface="+mn-ea"/>
                  </a:rPr>
                  <a:t>overall accuracy</a:t>
                </a:r>
                <a:r>
                  <a:rPr lang="zh-CN" altLang="en-US" sz="2600" dirty="0">
                    <a:solidFill>
                      <a:srgbClr val="151515"/>
                    </a:solidFill>
                    <a:latin typeface="+mn-ea"/>
                    <a:ea typeface="+mn-ea"/>
                  </a:rPr>
                  <a:t>）</a:t>
                </a:r>
                <a:endParaRPr lang="en-US" altLang="zh-CN" sz="2600" dirty="0">
                  <a:solidFill>
                    <a:srgbClr val="151515"/>
                  </a:solidFill>
                  <a:latin typeface="+mn-ea"/>
                  <a:ea typeface="+mn-ea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𝑶𝑨</m:t>
                      </m:r>
                      <m:r>
                        <a:rPr lang="en-US" altLang="zh-CN" sz="2600" i="1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  <a:ea typeface="+mn-ea"/>
                        </a:rPr>
                        <m:t>=</m:t>
                      </m:r>
                      <m:f>
                        <m:fPr>
                          <m:ctrlPr>
                            <a:rPr lang="en-US" altLang="zh-CN" sz="2600" i="1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fPr>
                        <m:num>
                          <m:r>
                            <a:rPr lang="zh-CN" altLang="en-US" sz="2600" i="1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分类正确的所有像素</m:t>
                          </m:r>
                        </m:num>
                        <m:den>
                          <m:r>
                            <a:rPr lang="zh-CN" altLang="en-US" sz="2600" i="1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遥感影像所有像素</m:t>
                          </m:r>
                        </m:den>
                      </m:f>
                    </m:oMath>
                  </m:oMathPara>
                </a14:m>
                <a:endParaRPr lang="en-US" altLang="zh-CN" sz="2600" dirty="0">
                  <a:solidFill>
                    <a:srgbClr val="151515"/>
                  </a:solidFill>
                  <a:latin typeface="+mn-ea"/>
                  <a:ea typeface="+mn-ea"/>
                </a:endParaRPr>
              </a:p>
              <a:p>
                <a:pPr algn="just"/>
                <a:r>
                  <a:rPr lang="zh-CN" altLang="en-US" sz="2600" b="1" dirty="0">
                    <a:solidFill>
                      <a:srgbClr val="151515"/>
                    </a:solidFill>
                    <a:latin typeface="+mn-ea"/>
                    <a:ea typeface="+mn-ea"/>
                  </a:rPr>
                  <a:t>用户精度</a:t>
                </a:r>
                <a:r>
                  <a:rPr lang="zh-CN" altLang="en-US" sz="2600" dirty="0">
                    <a:solidFill>
                      <a:srgbClr val="151515"/>
                    </a:solidFill>
                    <a:latin typeface="+mn-ea"/>
                    <a:ea typeface="+mn-ea"/>
                  </a:rPr>
                  <a:t>（</a:t>
                </a:r>
                <a:r>
                  <a:rPr lang="en-US" altLang="zh-CN" sz="2600" dirty="0">
                    <a:solidFill>
                      <a:srgbClr val="151515"/>
                    </a:solidFill>
                    <a:latin typeface="+mn-ea"/>
                    <a:ea typeface="+mn-ea"/>
                  </a:rPr>
                  <a:t>User’s Accuracy</a:t>
                </a:r>
                <a:r>
                  <a:rPr lang="zh-CN" altLang="en-US" sz="2600" dirty="0">
                    <a:solidFill>
                      <a:srgbClr val="151515"/>
                    </a:solidFill>
                    <a:latin typeface="+mn-ea"/>
                    <a:ea typeface="+mn-ea"/>
                  </a:rPr>
                  <a:t>，</a:t>
                </a:r>
                <a:r>
                  <a:rPr lang="en-US" altLang="zh-CN" sz="2600" b="1" dirty="0">
                    <a:solidFill>
                      <a:schemeClr val="bg2"/>
                    </a:solidFill>
                    <a:latin typeface="+mn-ea"/>
                    <a:ea typeface="+mn-ea"/>
                  </a:rPr>
                  <a:t>precision</a:t>
                </a:r>
                <a:r>
                  <a:rPr lang="zh-CN" altLang="en-US" sz="2600" dirty="0">
                    <a:solidFill>
                      <a:srgbClr val="151515"/>
                    </a:solidFill>
                    <a:latin typeface="+mn-ea"/>
                    <a:ea typeface="+mn-ea"/>
                  </a:rPr>
                  <a:t>）</a:t>
                </a:r>
                <a:r>
                  <a:rPr lang="en-US" altLang="zh-CN" sz="2600" dirty="0">
                    <a:solidFill>
                      <a:srgbClr val="151515"/>
                    </a:solidFill>
                    <a:latin typeface="+mn-ea"/>
                    <a:ea typeface="+mn-ea"/>
                  </a:rPr>
                  <a:t>:</a:t>
                </a:r>
                <a:r>
                  <a:rPr lang="zh-CN" altLang="en-US" sz="2600" dirty="0">
                    <a:solidFill>
                      <a:srgbClr val="151515"/>
                    </a:solidFill>
                    <a:latin typeface="+mn-ea"/>
                    <a:ea typeface="+mn-ea"/>
                  </a:rPr>
                  <a:t>用于量化单个类别分类精度。</a:t>
                </a:r>
                <a:endParaRPr lang="en-US" altLang="zh-CN" sz="2600" dirty="0">
                  <a:solidFill>
                    <a:srgbClr val="151515"/>
                  </a:solidFill>
                  <a:latin typeface="+mn-ea"/>
                  <a:ea typeface="+mn-ea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𝑼𝒔𝒆</m:t>
                      </m:r>
                      <m:sSup>
                        <m:sSupPr>
                          <m:ctrlPr>
                            <a:rPr lang="en-US" altLang="zh-CN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pPr>
                        <m:e>
                          <m:r>
                            <a:rPr lang="en-US" altLang="zh-CN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𝒓</m:t>
                          </m:r>
                        </m:e>
                        <m:sup>
                          <m:r>
                            <a:rPr lang="en-US" altLang="zh-CN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′</m:t>
                          </m:r>
                        </m:sup>
                      </m:sSup>
                      <m:r>
                        <a:rPr lang="en-US" altLang="zh-CN" sz="2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𝒔</m:t>
                      </m:r>
                      <m:r>
                        <a:rPr lang="en-US" altLang="zh-CN" sz="2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 </m:t>
                      </m:r>
                      <m:r>
                        <a:rPr lang="en-US" altLang="zh-CN" sz="2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𝑨𝒄𝒄</m:t>
                      </m:r>
                      <m:r>
                        <a:rPr lang="en-US" altLang="zh-CN" sz="2600" i="1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  <a:ea typeface="+mn-ea"/>
                        </a:rPr>
                        <m:t>=</m:t>
                      </m:r>
                      <m:f>
                        <m:fPr>
                          <m:ctrlPr>
                            <a:rPr lang="en-US" altLang="zh-CN" sz="2600" i="1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fPr>
                        <m:num>
                          <m:r>
                            <a:rPr lang="zh-CN" altLang="en-US" sz="2600" i="1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单个类别所有像素中正确分类的像素</m:t>
                          </m:r>
                        </m:num>
                        <m:den>
                          <m:r>
                            <a:rPr lang="zh-CN" altLang="en-US" sz="2600" i="1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被分类为单个类别的所有像素</m:t>
                          </m:r>
                        </m:den>
                      </m:f>
                    </m:oMath>
                  </m:oMathPara>
                </a14:m>
                <a:endParaRPr lang="en-US" altLang="zh-CN" sz="2600" dirty="0">
                  <a:solidFill>
                    <a:srgbClr val="151515"/>
                  </a:solidFill>
                  <a:latin typeface="+mn-ea"/>
                  <a:ea typeface="+mn-ea"/>
                </a:endParaRPr>
              </a:p>
              <a:p>
                <a:pPr algn="just"/>
                <a:r>
                  <a:rPr lang="zh-CN" altLang="en-US" sz="2600" b="1" dirty="0">
                    <a:solidFill>
                      <a:srgbClr val="151515"/>
                    </a:solidFill>
                    <a:latin typeface="+mn-ea"/>
                    <a:ea typeface="+mn-ea"/>
                  </a:rPr>
                  <a:t>生产者精度</a:t>
                </a:r>
                <a:r>
                  <a:rPr lang="zh-CN" altLang="en-US" sz="2600" dirty="0">
                    <a:solidFill>
                      <a:srgbClr val="151515"/>
                    </a:solidFill>
                    <a:latin typeface="+mn-ea"/>
                    <a:ea typeface="+mn-ea"/>
                  </a:rPr>
                  <a:t>：（</a:t>
                </a:r>
                <a:r>
                  <a:rPr lang="en-US" altLang="zh-CN" sz="2600" dirty="0">
                    <a:solidFill>
                      <a:srgbClr val="151515"/>
                    </a:solidFill>
                    <a:latin typeface="+mn-ea"/>
                    <a:ea typeface="+mn-ea"/>
                  </a:rPr>
                  <a:t>Producer’s Accuracy, </a:t>
                </a:r>
                <a:r>
                  <a:rPr lang="en-US" altLang="zh-CN" sz="2600" b="1" dirty="0">
                    <a:solidFill>
                      <a:schemeClr val="bg2"/>
                    </a:solidFill>
                    <a:latin typeface="+mn-ea"/>
                    <a:ea typeface="+mn-ea"/>
                  </a:rPr>
                  <a:t>recall</a:t>
                </a:r>
                <a:r>
                  <a:rPr lang="zh-CN" altLang="en-US" sz="2600" dirty="0">
                    <a:solidFill>
                      <a:srgbClr val="151515"/>
                    </a:solidFill>
                    <a:latin typeface="+mn-ea"/>
                    <a:ea typeface="+mn-ea"/>
                  </a:rPr>
                  <a:t>）</a:t>
                </a:r>
                <a:r>
                  <a:rPr lang="en-US" altLang="zh-CN" sz="2600" dirty="0">
                    <a:solidFill>
                      <a:srgbClr val="151515"/>
                    </a:solidFill>
                    <a:latin typeface="+mn-ea"/>
                    <a:ea typeface="+mn-ea"/>
                  </a:rPr>
                  <a:t>:</a:t>
                </a:r>
                <a:r>
                  <a:rPr lang="zh-CN" altLang="en-US" sz="2600" dirty="0">
                    <a:solidFill>
                      <a:srgbClr val="151515"/>
                    </a:solidFill>
                    <a:latin typeface="+mn-ea"/>
                    <a:ea typeface="+mn-ea"/>
                  </a:rPr>
                  <a:t>用于量化单个类别分类精度。</a:t>
                </a:r>
                <a:endParaRPr lang="en-US" altLang="zh-CN" sz="2600" dirty="0">
                  <a:solidFill>
                    <a:srgbClr val="151515"/>
                  </a:solidFill>
                  <a:latin typeface="+mn-ea"/>
                  <a:ea typeface="+mn-ea"/>
                </a:endParaRPr>
              </a:p>
              <a:p>
                <a:pPr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𝑷𝒓𝒐𝒅𝒖𝒄𝒆𝒓</m:t>
                      </m:r>
                      <m:r>
                        <a:rPr lang="en-US" altLang="zh-CN" sz="2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′</m:t>
                      </m:r>
                      <m:r>
                        <a:rPr lang="en-US" altLang="zh-CN" sz="2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𝒔</m:t>
                      </m:r>
                      <m:r>
                        <a:rPr lang="en-US" altLang="zh-CN" sz="2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 </m:t>
                      </m:r>
                      <m:r>
                        <a:rPr lang="en-US" altLang="zh-CN" sz="2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𝑨𝒄𝒄</m:t>
                      </m:r>
                      <m:r>
                        <a:rPr lang="en-US" altLang="zh-CN" sz="2600" i="1">
                          <a:solidFill>
                            <a:srgbClr val="151515"/>
                          </a:solidFill>
                          <a:latin typeface="Cambria Math" panose="02040503050406030204" pitchFamily="18" charset="0"/>
                          <a:ea typeface="+mn-ea"/>
                        </a:rPr>
                        <m:t>=</m:t>
                      </m:r>
                      <m:f>
                        <m:fPr>
                          <m:ctrlPr>
                            <a:rPr lang="en-US" altLang="zh-CN" sz="2600" i="1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fPr>
                        <m:num>
                          <m:r>
                            <a:rPr lang="zh-CN" altLang="en-US" sz="2600" i="1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单个类别所有像素中正确分类的像素</m:t>
                          </m:r>
                        </m:num>
                        <m:den>
                          <m:r>
                            <a:rPr lang="zh-CN" altLang="en-US" sz="2600" i="1">
                              <a:solidFill>
                                <a:srgbClr val="151515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单个类别所有像素</m:t>
                          </m:r>
                        </m:den>
                      </m:f>
                    </m:oMath>
                  </m:oMathPara>
                </a14:m>
                <a:endParaRPr lang="en-US" altLang="zh-CN" sz="2600" dirty="0">
                  <a:solidFill>
                    <a:srgbClr val="151515"/>
                  </a:solidFill>
                  <a:latin typeface="+mn-ea"/>
                  <a:ea typeface="+mn-ea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281532-F0F3-6812-6BD8-6EBA14FC2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500" y="1666618"/>
                <a:ext cx="11410950" cy="4719049"/>
              </a:xfrm>
              <a:prstGeom prst="rect">
                <a:avLst/>
              </a:prstGeom>
              <a:blipFill>
                <a:blip r:embed="rId3"/>
                <a:stretch>
                  <a:fillRect l="-962" t="-1161" r="-39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7001146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59A1A-F54E-2E4C-4C6B-4DA2B1F23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B6A0943-DF23-D3D7-567C-7A067E6245E0}"/>
              </a:ext>
            </a:extLst>
          </p:cNvPr>
          <p:cNvSpPr txBox="1"/>
          <p:nvPr/>
        </p:nvSpPr>
        <p:spPr>
          <a:xfrm>
            <a:off x="138738" y="857007"/>
            <a:ext cx="11994406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章节实验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-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 基于机器学习的家乡建筑物信息遥感提取 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(4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实验学时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62E176-9D36-774A-9E05-6859B4FD62E5}"/>
              </a:ext>
            </a:extLst>
          </p:cNvPr>
          <p:cNvSpPr txBox="1"/>
          <p:nvPr/>
        </p:nvSpPr>
        <p:spPr>
          <a:xfrm>
            <a:off x="327923" y="1594687"/>
            <a:ext cx="11676117" cy="5228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28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scikit-learn</a:t>
            </a:r>
            <a:r>
              <a:rPr lang="zh-CN" altLang="en-US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开源库的使用以及机器学习算法的遥感分类应用</a:t>
            </a:r>
            <a:endParaRPr lang="en-US" altLang="zh-CN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28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）制作家乡城市建筑物遥感样本和非建筑物遥感样本数据 （</a:t>
            </a:r>
            <a:r>
              <a:rPr lang="en-US" altLang="zh-CN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学时）。</a:t>
            </a:r>
            <a:endParaRPr lang="en-US" altLang="zh-CN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）选取机器学习算法，对其进行模型训练与评估（</a:t>
            </a:r>
            <a:r>
              <a:rPr lang="en-US" altLang="zh-CN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学时）。</a:t>
            </a:r>
            <a:endParaRPr lang="en-US" altLang="zh-CN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</a:t>
            </a:r>
            <a:r>
              <a:rPr lang="zh-CN" altLang="en-US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）应用训练模型对家乡城市建筑物进行分类及制图（</a:t>
            </a:r>
            <a:r>
              <a:rPr lang="en-US" altLang="zh-CN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学时）。</a:t>
            </a:r>
            <a:endParaRPr lang="en-US" altLang="zh-CN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u="sng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u="sng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4</a:t>
            </a:r>
            <a:r>
              <a:rPr lang="zh-CN" altLang="en-US" u="sng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）结果及核心代码发课程群</a:t>
            </a:r>
            <a:r>
              <a:rPr lang="zh-CN" altLang="en-US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。</a:t>
            </a:r>
            <a:endParaRPr lang="en-US" altLang="zh-CN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4" name="标题 2">
            <a:extLst>
              <a:ext uri="{FF2B5EF4-FFF2-40B4-BE49-F238E27FC236}">
                <a16:creationId xmlns:a16="http://schemas.microsoft.com/office/drawing/2014/main" id="{C19CCF71-0C92-E71D-E268-60ADE4D81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938"/>
            <a:ext cx="10699750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三、地理数据可视化</a:t>
            </a:r>
          </a:p>
        </p:txBody>
      </p:sp>
    </p:spTree>
    <p:extLst>
      <p:ext uri="{BB962C8B-B14F-4D97-AF65-F5344CB8AC3E}">
        <p14:creationId xmlns:p14="http://schemas.microsoft.com/office/powerpoint/2010/main" val="68896609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0BD48-0518-F250-7C24-874B2E6B4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62D7207-4290-5AD1-8A9A-0B9D82420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1" y="8526"/>
            <a:ext cx="1042942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三、遥感影像分类精度评估</a:t>
            </a:r>
            <a:endParaRPr lang="zh-CN" altLang="en-US" dirty="0"/>
          </a:p>
        </p:txBody>
      </p:sp>
      <p:sp>
        <p:nvSpPr>
          <p:cNvPr id="2" name="TextBox 10">
            <a:extLst>
              <a:ext uri="{FF2B5EF4-FFF2-40B4-BE49-F238E27FC236}">
                <a16:creationId xmlns:a16="http://schemas.microsoft.com/office/drawing/2014/main" id="{69855A4F-2959-12FC-95F5-CB741B72614C}"/>
              </a:ext>
            </a:extLst>
          </p:cNvPr>
          <p:cNvSpPr txBox="1"/>
          <p:nvPr/>
        </p:nvSpPr>
        <p:spPr>
          <a:xfrm>
            <a:off x="704850" y="676570"/>
            <a:ext cx="10801349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第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5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次选做作业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FF316666-FABC-3B4A-FF2C-777DE495BA25}"/>
              </a:ext>
            </a:extLst>
          </p:cNvPr>
          <p:cNvSpPr txBox="1"/>
          <p:nvPr/>
        </p:nvSpPr>
        <p:spPr>
          <a:xfrm>
            <a:off x="539750" y="2096980"/>
            <a:ext cx="11303000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作业数据：家乡所在地遥感影像一幅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作业内容：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）采用</a:t>
            </a:r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scikit-learn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开源库，对家乡遥感影像进行分类；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）分类类别包括</a:t>
            </a:r>
            <a:r>
              <a:rPr lang="zh-CN" altLang="en-US" b="1" u="sng" dirty="0">
                <a:solidFill>
                  <a:srgbClr val="333333"/>
                </a:solidFill>
                <a:latin typeface="+mn-ea"/>
                <a:ea typeface="+mn-ea"/>
              </a:rPr>
              <a:t>水体、建筑物、裸地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、以及</a:t>
            </a:r>
            <a:r>
              <a:rPr lang="zh-CN" altLang="en-US" b="1" u="sng" dirty="0">
                <a:solidFill>
                  <a:srgbClr val="333333"/>
                </a:solidFill>
                <a:latin typeface="+mn-ea"/>
                <a:ea typeface="+mn-ea"/>
              </a:rPr>
              <a:t>植被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；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3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）分类模型至少包含</a:t>
            </a:r>
            <a:r>
              <a:rPr lang="zh-CN" altLang="en-US" b="1" u="sng" dirty="0">
                <a:solidFill>
                  <a:srgbClr val="333333"/>
                </a:solidFill>
                <a:latin typeface="+mn-ea"/>
                <a:ea typeface="+mn-ea"/>
              </a:rPr>
              <a:t>两种监督分类模型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，需对模型分类精度进行对比；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作业提交：</a:t>
            </a:r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markdown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格式实验文档，作业文件不超过</a:t>
            </a:r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1M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；要求格式规范、内容准确、实验细节充分。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难度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r>
              <a:rPr lang="en-US" altLang="zh-CN" b="1" u="sng" dirty="0">
                <a:solidFill>
                  <a:srgbClr val="FF0000"/>
                </a:solidFill>
                <a:latin typeface="+mn-ea"/>
                <a:ea typeface="+mn-ea"/>
              </a:rPr>
              <a:t>3</a:t>
            </a:r>
            <a:r>
              <a:rPr lang="zh-CN" altLang="en-US" b="1" u="sng" dirty="0">
                <a:solidFill>
                  <a:srgbClr val="FF0000"/>
                </a:solidFill>
                <a:latin typeface="+mn-ea"/>
                <a:ea typeface="+mn-ea"/>
              </a:rPr>
              <a:t>星</a:t>
            </a:r>
            <a:r>
              <a:rPr lang="zh-CN" altLang="en-US" b="1" dirty="0">
                <a:solidFill>
                  <a:srgbClr val="333333"/>
                </a:solidFill>
                <a:latin typeface="+mn-ea"/>
                <a:ea typeface="+mn-ea"/>
              </a:rPr>
              <a:t>；</a:t>
            </a:r>
            <a:r>
              <a:rPr lang="zh-CN" altLang="en-US" b="1" dirty="0">
                <a:solidFill>
                  <a:srgbClr val="FF0000"/>
                </a:solidFill>
                <a:latin typeface="+mn-ea"/>
                <a:ea typeface="+mn-ea"/>
              </a:rPr>
              <a:t>               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截止日期：</a:t>
            </a:r>
            <a:r>
              <a:rPr lang="en-US" altLang="zh-CN" b="1" u="sng" dirty="0">
                <a:solidFill>
                  <a:srgbClr val="FF0000"/>
                </a:solidFill>
                <a:latin typeface="+mn-ea"/>
                <a:ea typeface="+mn-ea"/>
              </a:rPr>
              <a:t>2025</a:t>
            </a:r>
            <a:r>
              <a:rPr lang="zh-CN" altLang="en-US" b="1" u="sng" dirty="0">
                <a:solidFill>
                  <a:srgbClr val="FF0000"/>
                </a:solidFill>
                <a:latin typeface="+mn-ea"/>
                <a:ea typeface="+mn-ea"/>
              </a:rPr>
              <a:t>年</a:t>
            </a:r>
            <a:r>
              <a:rPr lang="en-US" altLang="zh-CN" b="1" u="sng" dirty="0">
                <a:solidFill>
                  <a:srgbClr val="FF0000"/>
                </a:solidFill>
                <a:latin typeface="+mn-ea"/>
                <a:ea typeface="+mn-ea"/>
              </a:rPr>
              <a:t>12</a:t>
            </a:r>
            <a:r>
              <a:rPr lang="zh-CN" altLang="en-US" b="1" u="sng" dirty="0">
                <a:solidFill>
                  <a:srgbClr val="FF0000"/>
                </a:solidFill>
                <a:latin typeface="+mn-ea"/>
                <a:ea typeface="+mn-ea"/>
              </a:rPr>
              <a:t>月</a:t>
            </a:r>
            <a:r>
              <a:rPr lang="en-US" altLang="zh-CN" b="1" u="sng" dirty="0">
                <a:solidFill>
                  <a:srgbClr val="FF0000"/>
                </a:solidFill>
                <a:latin typeface="+mn-ea"/>
                <a:ea typeface="+mn-ea"/>
              </a:rPr>
              <a:t>31</a:t>
            </a:r>
            <a:r>
              <a:rPr lang="zh-CN" altLang="en-US" b="1" u="sng" dirty="0">
                <a:solidFill>
                  <a:srgbClr val="FF0000"/>
                </a:solidFill>
                <a:latin typeface="+mn-ea"/>
                <a:ea typeface="+mn-ea"/>
              </a:rPr>
              <a:t>日</a:t>
            </a:r>
            <a:endParaRPr lang="en-US" altLang="zh-CN" b="1" u="sng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66FF3D8-3100-D0CF-1A2E-B1B9DABE8DF2}"/>
              </a:ext>
            </a:extLst>
          </p:cNvPr>
          <p:cNvSpPr txBox="1"/>
          <p:nvPr/>
        </p:nvSpPr>
        <p:spPr>
          <a:xfrm>
            <a:off x="812801" y="1416956"/>
            <a:ext cx="10490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u="sng" dirty="0">
                <a:solidFill>
                  <a:srgbClr val="FF0000"/>
                </a:solidFill>
                <a:latin typeface="+mn-ea"/>
                <a:ea typeface="+mn-ea"/>
              </a:rPr>
              <a:t>题目：基于</a:t>
            </a:r>
            <a:r>
              <a:rPr lang="en-US" altLang="zh-CN" sz="3200" b="1" u="sng" dirty="0">
                <a:solidFill>
                  <a:srgbClr val="FF0000"/>
                </a:solidFill>
                <a:latin typeface="+mn-ea"/>
                <a:ea typeface="+mn-ea"/>
              </a:rPr>
              <a:t>scikit-learn</a:t>
            </a:r>
            <a:r>
              <a:rPr lang="zh-CN" altLang="en-US" sz="3200" b="1" u="sng" dirty="0">
                <a:solidFill>
                  <a:srgbClr val="FF0000"/>
                </a:solidFill>
                <a:latin typeface="+mn-ea"/>
                <a:ea typeface="+mn-ea"/>
              </a:rPr>
              <a:t>开源库的遥感影像分类</a:t>
            </a:r>
            <a:endParaRPr lang="en-US" altLang="zh-CN" sz="3200" b="1" u="sng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2076067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45043" y="8526"/>
            <a:ext cx="10392329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三、遥感影像分类精度评估</a:t>
            </a:r>
            <a:endParaRPr lang="zh-CN" altLang="en-US" dirty="0"/>
          </a:p>
        </p:txBody>
      </p:sp>
      <p:sp>
        <p:nvSpPr>
          <p:cNvPr id="2" name="TextBox 10">
            <a:extLst>
              <a:ext uri="{FF2B5EF4-FFF2-40B4-BE49-F238E27FC236}">
                <a16:creationId xmlns:a16="http://schemas.microsoft.com/office/drawing/2014/main" id="{80CE9382-FF90-660C-4B38-FA12BA4BBE2F}"/>
              </a:ext>
            </a:extLst>
          </p:cNvPr>
          <p:cNvSpPr txBox="1"/>
          <p:nvPr/>
        </p:nvSpPr>
        <p:spPr>
          <a:xfrm>
            <a:off x="378373" y="703164"/>
            <a:ext cx="2970223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小组作业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08D776E-B03A-F881-D520-9B5D5DB002DA}"/>
              </a:ext>
            </a:extLst>
          </p:cNvPr>
          <p:cNvSpPr txBox="1"/>
          <p:nvPr/>
        </p:nvSpPr>
        <p:spPr>
          <a:xfrm>
            <a:off x="554946" y="1888152"/>
            <a:ext cx="109728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b="1" dirty="0">
                <a:solidFill>
                  <a:srgbClr val="333333"/>
                </a:solidFill>
                <a:latin typeface="+mn-ea"/>
                <a:ea typeface="+mn-ea"/>
              </a:rPr>
              <a:t>作业内容：</a:t>
            </a:r>
            <a:endParaRPr lang="en-US" altLang="zh-CN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200" dirty="0">
                <a:solidFill>
                  <a:srgbClr val="333333"/>
                </a:solidFill>
                <a:latin typeface="+mn-ea"/>
                <a:ea typeface="+mn-ea"/>
              </a:rPr>
              <a:t>基于开源数据及软件进行地理信息提取及分析，</a:t>
            </a:r>
            <a:r>
              <a:rPr lang="zh-CN" altLang="en-US" sz="2200" b="1" u="sng" dirty="0">
                <a:solidFill>
                  <a:srgbClr val="333333"/>
                </a:solidFill>
                <a:latin typeface="+mn-ea"/>
                <a:ea typeface="+mn-ea"/>
              </a:rPr>
              <a:t>主题、研究区域任选</a:t>
            </a:r>
            <a:r>
              <a:rPr lang="zh-CN" altLang="en-US" sz="22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22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b="1" dirty="0">
                <a:solidFill>
                  <a:srgbClr val="333333"/>
                </a:solidFill>
                <a:latin typeface="+mn-ea"/>
                <a:ea typeface="+mn-ea"/>
              </a:rPr>
              <a:t>作业考查：</a:t>
            </a:r>
            <a:endParaRPr lang="en-US" altLang="zh-CN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en-US" altLang="zh-CN" sz="2200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2200" dirty="0">
                <a:solidFill>
                  <a:srgbClr val="333333"/>
                </a:solidFill>
                <a:latin typeface="+mn-ea"/>
                <a:ea typeface="+mn-ea"/>
              </a:rPr>
              <a:t>）课堂</a:t>
            </a:r>
            <a:r>
              <a:rPr lang="en-US" altLang="zh-CN" sz="2200" dirty="0">
                <a:solidFill>
                  <a:srgbClr val="333333"/>
                </a:solidFill>
                <a:latin typeface="+mn-ea"/>
                <a:ea typeface="+mn-ea"/>
              </a:rPr>
              <a:t>ppt</a:t>
            </a:r>
            <a:r>
              <a:rPr lang="zh-CN" altLang="en-US" sz="2200" dirty="0">
                <a:solidFill>
                  <a:srgbClr val="333333"/>
                </a:solidFill>
                <a:latin typeface="+mn-ea"/>
                <a:ea typeface="+mn-ea"/>
              </a:rPr>
              <a:t>汇报，时间</a:t>
            </a:r>
            <a:r>
              <a:rPr lang="en-US" altLang="zh-CN" sz="2200" b="1" u="sng" dirty="0">
                <a:solidFill>
                  <a:srgbClr val="FF0000"/>
                </a:solidFill>
                <a:latin typeface="+mn-ea"/>
                <a:ea typeface="+mn-ea"/>
              </a:rPr>
              <a:t>10</a:t>
            </a:r>
            <a:r>
              <a:rPr lang="zh-CN" altLang="en-US" sz="2200" b="1" u="sng" dirty="0">
                <a:solidFill>
                  <a:srgbClr val="FF0000"/>
                </a:solidFill>
                <a:latin typeface="+mn-ea"/>
                <a:ea typeface="+mn-ea"/>
              </a:rPr>
              <a:t>分钟以内</a:t>
            </a:r>
            <a:r>
              <a:rPr lang="zh-CN" altLang="en-US" sz="2200" dirty="0">
                <a:solidFill>
                  <a:srgbClr val="333333"/>
                </a:solidFill>
                <a:latin typeface="+mn-ea"/>
                <a:ea typeface="+mn-ea"/>
              </a:rPr>
              <a:t>。汇报内容为地理信息</a:t>
            </a:r>
            <a:r>
              <a:rPr lang="zh-CN" altLang="en-US" sz="2200" b="1" dirty="0">
                <a:solidFill>
                  <a:srgbClr val="333333"/>
                </a:solidFill>
                <a:latin typeface="+mn-ea"/>
                <a:ea typeface="+mn-ea"/>
              </a:rPr>
              <a:t>提取及分析。</a:t>
            </a:r>
            <a:endParaRPr lang="en-US" altLang="zh-CN" sz="2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en-US" altLang="zh-CN" sz="2200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2200" dirty="0">
                <a:solidFill>
                  <a:srgbClr val="333333"/>
                </a:solidFill>
                <a:latin typeface="+mn-ea"/>
                <a:ea typeface="+mn-ea"/>
              </a:rPr>
              <a:t>）</a:t>
            </a:r>
            <a:r>
              <a:rPr lang="en-US" altLang="zh-CN" sz="2200" b="1" u="sng" dirty="0">
                <a:solidFill>
                  <a:schemeClr val="bg2"/>
                </a:solidFill>
                <a:latin typeface="+mn-ea"/>
                <a:ea typeface="+mn-ea"/>
              </a:rPr>
              <a:t>pdf</a:t>
            </a:r>
            <a:r>
              <a:rPr lang="zh-CN" altLang="en-US" sz="2200" b="1" u="sng" dirty="0">
                <a:solidFill>
                  <a:schemeClr val="bg2"/>
                </a:solidFill>
                <a:latin typeface="+mn-ea"/>
                <a:ea typeface="+mn-ea"/>
              </a:rPr>
              <a:t>文档</a:t>
            </a:r>
            <a:r>
              <a:rPr lang="zh-CN" altLang="en-US" sz="2200" dirty="0">
                <a:solidFill>
                  <a:schemeClr val="bg2"/>
                </a:solidFill>
                <a:latin typeface="+mn-ea"/>
                <a:ea typeface="+mn-ea"/>
              </a:rPr>
              <a:t>，参照论文格式，包含题目、摘要、介绍、方法、结果等部分。提供</a:t>
            </a:r>
            <a:r>
              <a:rPr lang="zh-CN" altLang="en-US" sz="2200" b="1" u="sng" dirty="0">
                <a:solidFill>
                  <a:schemeClr val="bg2"/>
                </a:solidFill>
                <a:latin typeface="+mn-ea"/>
                <a:ea typeface="+mn-ea"/>
              </a:rPr>
              <a:t>小组成员分工说明</a:t>
            </a:r>
            <a:r>
              <a:rPr lang="zh-CN" altLang="en-US" sz="2200" dirty="0">
                <a:solidFill>
                  <a:schemeClr val="bg2"/>
                </a:solidFill>
                <a:latin typeface="+mn-ea"/>
                <a:ea typeface="+mn-ea"/>
              </a:rPr>
              <a:t>。</a:t>
            </a:r>
            <a:endParaRPr lang="en-US" altLang="zh-CN" sz="2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en-US" altLang="zh-CN" sz="2200" dirty="0">
                <a:solidFill>
                  <a:srgbClr val="333333"/>
                </a:solidFill>
                <a:latin typeface="+mn-ea"/>
                <a:ea typeface="+mn-ea"/>
              </a:rPr>
              <a:t>3</a:t>
            </a:r>
            <a:r>
              <a:rPr lang="zh-CN" altLang="en-US" sz="2200" dirty="0">
                <a:solidFill>
                  <a:srgbClr val="333333"/>
                </a:solidFill>
                <a:latin typeface="+mn-ea"/>
                <a:ea typeface="+mn-ea"/>
              </a:rPr>
              <a:t>）</a:t>
            </a:r>
            <a:r>
              <a:rPr lang="en-US" altLang="zh-CN" sz="2200" b="1" u="sng" dirty="0">
                <a:solidFill>
                  <a:schemeClr val="bg2"/>
                </a:solidFill>
                <a:latin typeface="+mn-ea"/>
                <a:ea typeface="+mn-ea"/>
              </a:rPr>
              <a:t>markdown</a:t>
            </a:r>
            <a:r>
              <a:rPr lang="zh-CN" altLang="en-US" sz="2200" b="1" u="sng" dirty="0">
                <a:solidFill>
                  <a:schemeClr val="bg2"/>
                </a:solidFill>
                <a:latin typeface="+mn-ea"/>
                <a:ea typeface="+mn-ea"/>
              </a:rPr>
              <a:t>格式文档，</a:t>
            </a:r>
            <a:r>
              <a:rPr lang="zh-CN" altLang="en-US" sz="2200" dirty="0">
                <a:solidFill>
                  <a:schemeClr val="bg2"/>
                </a:solidFill>
                <a:latin typeface="+mn-ea"/>
                <a:ea typeface="+mn-ea"/>
              </a:rPr>
              <a:t>提供技术细节说明，</a:t>
            </a:r>
            <a:r>
              <a:rPr lang="zh-CN" altLang="en-US" sz="2200" b="1" u="sng" dirty="0">
                <a:solidFill>
                  <a:schemeClr val="bg2"/>
                </a:solidFill>
                <a:latin typeface="+mn-ea"/>
                <a:ea typeface="+mn-ea"/>
              </a:rPr>
              <a:t>代码需注解。需提供小组成员分工说明。</a:t>
            </a:r>
            <a:endParaRPr lang="en-US" altLang="zh-CN" sz="2200" b="1" u="sng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200" b="1" dirty="0">
                <a:solidFill>
                  <a:srgbClr val="333333"/>
                </a:solidFill>
                <a:latin typeface="+mn-ea"/>
                <a:ea typeface="+mn-ea"/>
              </a:rPr>
              <a:t>难度</a:t>
            </a:r>
            <a:r>
              <a:rPr lang="zh-CN" altLang="en-US" sz="2200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r>
              <a:rPr lang="en-US" altLang="zh-CN" sz="2200" b="1" dirty="0">
                <a:solidFill>
                  <a:srgbClr val="FF0000"/>
                </a:solidFill>
                <a:latin typeface="+mn-ea"/>
                <a:ea typeface="+mn-ea"/>
              </a:rPr>
              <a:t>2</a:t>
            </a:r>
            <a:r>
              <a:rPr lang="zh-CN" altLang="en-US" sz="2200" b="1" dirty="0">
                <a:solidFill>
                  <a:srgbClr val="FF0000"/>
                </a:solidFill>
                <a:latin typeface="+mn-ea"/>
                <a:ea typeface="+mn-ea"/>
              </a:rPr>
              <a:t>星</a:t>
            </a:r>
            <a:endParaRPr lang="en-US" altLang="zh-CN" sz="22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200" b="1" dirty="0">
                <a:solidFill>
                  <a:srgbClr val="333333"/>
                </a:solidFill>
                <a:latin typeface="+mn-ea"/>
                <a:ea typeface="+mn-ea"/>
              </a:rPr>
              <a:t>截止日期：</a:t>
            </a:r>
            <a:r>
              <a:rPr lang="en-US" altLang="zh-CN" sz="2200" b="1" u="sng" dirty="0">
                <a:solidFill>
                  <a:schemeClr val="bg2"/>
                </a:solidFill>
                <a:latin typeface="+mn-ea"/>
                <a:ea typeface="+mn-ea"/>
              </a:rPr>
              <a:t>2024</a:t>
            </a:r>
            <a:r>
              <a:rPr lang="zh-CN" altLang="en-US" sz="2200" b="1" u="sng" dirty="0">
                <a:solidFill>
                  <a:schemeClr val="bg2"/>
                </a:solidFill>
                <a:latin typeface="+mn-ea"/>
                <a:ea typeface="+mn-ea"/>
              </a:rPr>
              <a:t>年</a:t>
            </a:r>
            <a:r>
              <a:rPr lang="en-US" altLang="zh-CN" sz="2200" b="1" u="sng" dirty="0">
                <a:solidFill>
                  <a:schemeClr val="bg2"/>
                </a:solidFill>
                <a:latin typeface="+mn-ea"/>
                <a:ea typeface="+mn-ea"/>
              </a:rPr>
              <a:t>12</a:t>
            </a:r>
            <a:r>
              <a:rPr lang="zh-CN" altLang="en-US" sz="2200" b="1" u="sng" dirty="0">
                <a:solidFill>
                  <a:schemeClr val="bg2"/>
                </a:solidFill>
                <a:latin typeface="+mn-ea"/>
                <a:ea typeface="+mn-ea"/>
              </a:rPr>
              <a:t>月</a:t>
            </a:r>
            <a:r>
              <a:rPr lang="en-US" altLang="zh-CN" sz="2200" b="1" u="sng" dirty="0">
                <a:solidFill>
                  <a:schemeClr val="bg2"/>
                </a:solidFill>
                <a:latin typeface="+mn-ea"/>
                <a:ea typeface="+mn-ea"/>
              </a:rPr>
              <a:t>26</a:t>
            </a:r>
            <a:r>
              <a:rPr lang="zh-CN" altLang="en-US" sz="2200" b="1" u="sng" dirty="0">
                <a:solidFill>
                  <a:schemeClr val="bg2"/>
                </a:solidFill>
                <a:latin typeface="+mn-ea"/>
                <a:ea typeface="+mn-ea"/>
              </a:rPr>
              <a:t>日（小组汇报）；</a:t>
            </a:r>
            <a:r>
              <a:rPr lang="en-US" altLang="zh-CN" sz="2200" b="1" u="sng" dirty="0">
                <a:solidFill>
                  <a:schemeClr val="bg2"/>
                </a:solidFill>
                <a:latin typeface="+mn-ea"/>
                <a:ea typeface="+mn-ea"/>
              </a:rPr>
              <a:t>2025</a:t>
            </a:r>
            <a:r>
              <a:rPr lang="zh-CN" altLang="en-US" sz="2200" b="1" u="sng" dirty="0">
                <a:solidFill>
                  <a:schemeClr val="bg2"/>
                </a:solidFill>
                <a:latin typeface="+mn-ea"/>
                <a:ea typeface="+mn-ea"/>
              </a:rPr>
              <a:t>年</a:t>
            </a:r>
            <a:r>
              <a:rPr lang="en-US" altLang="zh-CN" sz="2200" b="1" u="sng" dirty="0">
                <a:solidFill>
                  <a:schemeClr val="bg2"/>
                </a:solidFill>
                <a:latin typeface="+mn-ea"/>
                <a:ea typeface="+mn-ea"/>
              </a:rPr>
              <a:t>1</a:t>
            </a:r>
            <a:r>
              <a:rPr lang="zh-CN" altLang="en-US" sz="2200" b="1" u="sng" dirty="0">
                <a:solidFill>
                  <a:schemeClr val="bg2"/>
                </a:solidFill>
                <a:latin typeface="+mn-ea"/>
                <a:ea typeface="+mn-ea"/>
              </a:rPr>
              <a:t>月</a:t>
            </a:r>
            <a:r>
              <a:rPr lang="en-US" altLang="zh-CN" sz="2200" b="1" u="sng" dirty="0">
                <a:solidFill>
                  <a:schemeClr val="bg2"/>
                </a:solidFill>
                <a:latin typeface="+mn-ea"/>
                <a:ea typeface="+mn-ea"/>
              </a:rPr>
              <a:t>12</a:t>
            </a:r>
            <a:r>
              <a:rPr lang="zh-CN" altLang="en-US" sz="2200" b="1" u="sng" dirty="0">
                <a:solidFill>
                  <a:schemeClr val="bg2"/>
                </a:solidFill>
                <a:latin typeface="+mn-ea"/>
                <a:ea typeface="+mn-ea"/>
              </a:rPr>
              <a:t>日（文档）</a:t>
            </a:r>
            <a:endParaRPr lang="en-US" altLang="zh-CN" sz="2200" b="1" u="sng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F794C62-44F1-4101-F462-E181E0C3A6AC}"/>
              </a:ext>
            </a:extLst>
          </p:cNvPr>
          <p:cNvSpPr txBox="1"/>
          <p:nvPr/>
        </p:nvSpPr>
        <p:spPr>
          <a:xfrm>
            <a:off x="1778000" y="1349625"/>
            <a:ext cx="863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u="sng" dirty="0">
                <a:solidFill>
                  <a:srgbClr val="FF0000"/>
                </a:solidFill>
                <a:latin typeface="+mn-ea"/>
                <a:ea typeface="+mn-ea"/>
              </a:rPr>
              <a:t>题目：基于开源数据与软件的地理信息分析</a:t>
            </a:r>
            <a:endParaRPr lang="en-US" altLang="zh-CN" sz="2800" b="1" u="sng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09572041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121271</TotalTime>
  <Words>1061</Words>
  <Application>Microsoft Office PowerPoint</Application>
  <PresentationFormat>宽屏</PresentationFormat>
  <Paragraphs>114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4" baseType="lpstr">
      <vt:lpstr>黑体</vt:lpstr>
      <vt:lpstr>微软雅黑</vt:lpstr>
      <vt:lpstr>Arial</vt:lpstr>
      <vt:lpstr>Calibri</vt:lpstr>
      <vt:lpstr>Cambria Math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一、机器学习样本制作</vt:lpstr>
      <vt:lpstr>一、机器学习样本制作</vt:lpstr>
      <vt:lpstr>PowerPoint 演示文稿</vt:lpstr>
      <vt:lpstr>二、模型训练与遥感影像分类 </vt:lpstr>
      <vt:lpstr>二、模型训练与遥感影像分类 </vt:lpstr>
      <vt:lpstr>二、模型训练与遥感影像分类 </vt:lpstr>
      <vt:lpstr>PowerPoint 演示文稿</vt:lpstr>
      <vt:lpstr>三、遥感影像分类精度评估 </vt:lpstr>
      <vt:lpstr>三、遥感影像分类精度评估 </vt:lpstr>
      <vt:lpstr>三、地理数据可视化</vt:lpstr>
      <vt:lpstr>三、遥感影像分类精度评估</vt:lpstr>
      <vt:lpstr>三、遥感影像分类精度评估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13125</cp:revision>
  <dcterms:created xsi:type="dcterms:W3CDTF">2004-07-09T11:40:27Z</dcterms:created>
  <dcterms:modified xsi:type="dcterms:W3CDTF">2025-12-02T02:55:42Z</dcterms:modified>
</cp:coreProperties>
</file>